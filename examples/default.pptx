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3"/>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2465501" y="2552244"/>
            <a:ext cx="5716686"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
        <p:nvSpPr>
          <p:cNvPr id="5" name="矩形 4"/>
          <p:cNvSpPr/>
          <p:nvPr userDrawn="1"/>
        </p:nvSpPr>
        <p:spPr>
          <a:xfrm>
            <a:off x="875308" y="2536911"/>
            <a:ext cx="1503040" cy="707886"/>
          </a:xfrm>
          <a:prstGeom prst="rect">
            <a:avLst/>
          </a:prstGeom>
        </p:spPr>
        <p:txBody>
          <a:bodyPr wrap="none">
            <a:spAutoFit/>
          </a:bodyPr>
          <a:lstStyle/>
          <a:p>
            <a:r>
              <a:rPr kumimoji="0" lang="en-US" altLang="zh-CN" sz="4000" b="0" i="0" u="none" strike="noStrike" kern="1200" cap="none" spc="0" normalizeH="0" baseline="0" dirty="0">
                <a:ln>
                  <a:noFill/>
                </a:ln>
                <a:solidFill>
                  <a:prstClr val="white"/>
                </a:solidFill>
                <a:effectLst/>
                <a:uLnTx/>
                <a:uFillTx/>
                <a:latin typeface="Arial" panose="020B0604020202090204"/>
                <a:ea typeface="微软雅黑" charset="-122"/>
                <a:cs typeface="+mn-ea"/>
              </a:rPr>
              <a:t>PART</a:t>
            </a:r>
            <a:endParaRPr kumimoji="0" lang="zh-CN" altLang="en-US" sz="4000" b="0" i="0" u="none" strike="noStrike" kern="1200" cap="none" spc="0" normalizeH="0" baseline="0" dirty="0">
              <a:ln>
                <a:noFill/>
              </a:ln>
              <a:solidFill>
                <a:prstClr val="white"/>
              </a:solidFill>
              <a:effectLst/>
              <a:uLnTx/>
              <a:uFillTx/>
              <a:latin typeface="Arial" panose="020B0604020202090204"/>
              <a:ea typeface="微软雅黑" charset="-122"/>
              <a:cs typeface="+mn-ea"/>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594A9DF5-8618-4241-9691-06C510EE156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44E4388-2A30-4688-9588-124A9367CB1C}"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3108960"/>
            <a:ext cx="10515600" cy="30175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type="body" idx="2"/>
          </p:nvPr>
        </p:nvSpPr>
        <p:spPr>
          <a:xfrm>
            <a:off x="841248" y="1106424"/>
            <a:ext cx="10515600" cy="18288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grpSp>
        <p:nvGrpSpPr>
          <p:cNvPr id="121" name="组合 120"/>
          <p:cNvGrpSpPr/>
          <p:nvPr userDrawn="1"/>
        </p:nvGrpSpPr>
        <p:grpSpPr>
          <a:xfrm>
            <a:off x="10177780" y="329882"/>
            <a:ext cx="1512002" cy="444892"/>
            <a:chOff x="9556201" y="498129"/>
            <a:chExt cx="1993881" cy="586680"/>
          </a:xfrm>
        </p:grpSpPr>
        <p:grpSp>
          <p:nvGrpSpPr>
            <p:cNvPr id="122" name="组合 121"/>
            <p:cNvGrpSpPr/>
            <p:nvPr userDrawn="1"/>
          </p:nvGrpSpPr>
          <p:grpSpPr>
            <a:xfrm>
              <a:off x="10239376" y="968937"/>
              <a:ext cx="1307697" cy="96254"/>
              <a:chOff x="4616246" y="3878362"/>
              <a:chExt cx="5571416" cy="410087"/>
            </a:xfrm>
            <a:solidFill>
              <a:schemeClr val="tx1">
                <a:alpha val="80000"/>
              </a:schemeClr>
            </a:solidFill>
          </p:grpSpPr>
          <p:sp>
            <p:nvSpPr>
              <p:cNvPr id="160"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1"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2"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3"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4"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5"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6"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7"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8"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69"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0"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1"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2"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3"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4"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75"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3" name="组合 122"/>
            <p:cNvGrpSpPr/>
            <p:nvPr userDrawn="1"/>
          </p:nvGrpSpPr>
          <p:grpSpPr>
            <a:xfrm>
              <a:off x="10237120" y="539555"/>
              <a:ext cx="1312962" cy="375239"/>
              <a:chOff x="4606634" y="2048989"/>
              <a:chExt cx="5593843" cy="1598699"/>
            </a:xfrm>
            <a:solidFill>
              <a:schemeClr val="accent1">
                <a:alpha val="80000"/>
              </a:schemeClr>
            </a:solidFill>
          </p:grpSpPr>
          <p:sp>
            <p:nvSpPr>
              <p:cNvPr id="148"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1"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2"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3"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4"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5"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6"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7"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8"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9"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24" name="组合 123"/>
            <p:cNvGrpSpPr/>
            <p:nvPr userDrawn="1"/>
          </p:nvGrpSpPr>
          <p:grpSpPr>
            <a:xfrm>
              <a:off x="9556201" y="498129"/>
              <a:ext cx="588050" cy="586680"/>
              <a:chOff x="2105799" y="20055838"/>
              <a:chExt cx="6748090" cy="6732363"/>
            </a:xfrm>
            <a:solidFill>
              <a:schemeClr val="accent1">
                <a:alpha val="80000"/>
              </a:schemeClr>
            </a:solidFill>
          </p:grpSpPr>
          <p:sp>
            <p:nvSpPr>
              <p:cNvPr id="12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6"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7"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8"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29"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0"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1"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2"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3"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4"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5"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6"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7"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8"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39"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0"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1"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2"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3"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4"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5"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6"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47"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grpSp>
        <p:nvGrpSpPr>
          <p:cNvPr id="177" name="组合 176"/>
          <p:cNvGrpSpPr/>
          <p:nvPr userDrawn="1"/>
        </p:nvGrpSpPr>
        <p:grpSpPr>
          <a:xfrm>
            <a:off x="528706" y="867990"/>
            <a:ext cx="2433027" cy="0"/>
            <a:chOff x="7460343" y="1311756"/>
            <a:chExt cx="2433027" cy="0"/>
          </a:xfrm>
        </p:grpSpPr>
        <p:cxnSp>
          <p:nvCxnSpPr>
            <p:cNvPr id="178"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79"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61" name="灯片编号占位符 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r>
              <a:rPr lang="en-US" altLang="zh-CN"/>
              <a:t>&lt; </a:t>
            </a:r>
            <a:fld id="{A548B57D-AE10-4CF7-A9DF-59FEFA91B28E}" type="slidenum">
              <a:rPr lang="zh-CN" altLang="en-US" smtClean="0"/>
            </a:fld>
            <a:r>
              <a:rPr lang="zh-CN" altLang="en-US"/>
              <a:t> </a:t>
            </a:r>
            <a:r>
              <a:rPr lang="en-US" altLang="zh-CN"/>
              <a:t>&gt;</a:t>
            </a:r>
            <a:endParaRPr lang="zh-CN" altLang="en-US" dirty="0"/>
          </a:p>
        </p:txBody>
      </p:sp>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pic>
        <p:nvPicPr>
          <p:cNvPr id="2" name="图片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0421" y="6274678"/>
            <a:ext cx="2030279" cy="417600"/>
          </a:xfrm>
          <a:prstGeom prst="rect">
            <a:avLst/>
          </a:prstGeom>
        </p:spPr>
      </p:pic>
      <p:sp>
        <p:nvSpPr>
          <p:cNvPr id="4" name="内容占位符 2"/>
          <p:cNvSpPr>
            <a:spLocks noGrp="1"/>
          </p:cNvSpPr>
          <p:nvPr>
            <p:ph idx="1"/>
          </p:nvPr>
        </p:nvSpPr>
        <p:spPr>
          <a:xfrm>
            <a:off x="841248"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2" name="Content Placeholder 2"/>
          <p:cNvSpPr>
            <a:spLocks noGrp="1"/>
          </p:cNvSpPr>
          <p:nvPr>
            <p:ph idx="2"/>
          </p:nvPr>
        </p:nvSpPr>
        <p:spPr>
          <a:xfrm>
            <a:off x="6217920" y="1106424"/>
            <a:ext cx="5029200" cy="274320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3" name="Content Placeholder 3"/>
          <p:cNvSpPr>
            <a:spLocks noGrp="1"/>
          </p:cNvSpPr>
          <p:nvPr>
            <p:ph type="body" idx="3"/>
          </p:nvPr>
        </p:nvSpPr>
        <p:spPr>
          <a:xfrm>
            <a:off x="841248" y="4023360"/>
            <a:ext cx="5029200" cy="210312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104" name="Content Placeholder 4"/>
          <p:cNvSpPr>
            <a:spLocks noGrp="1"/>
          </p:cNvSpPr>
          <p:nvPr>
            <p:ph idx="14"/>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slideLayout" Target="../slideLayouts/slideLayout31.xml"/><Relationship Id="rId17" Type="http://schemas.openxmlformats.org/officeDocument/2006/relationships/slideLayout" Target="../slideLayouts/slideLayout32.xml"/><Relationship Id="rId18" Type="http://schemas.openxmlformats.org/officeDocument/2006/relationships/slideLayout" Target="../slideLayouts/slideLayout33.xml"/><Relationship Id="rId1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