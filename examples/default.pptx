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media/image3.svg" ContentType="image/svg+xml"/>
  <Override PartName="/ppt/media/image7.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4" r:id="rId3"/>
  </p:sldMasterIdLst>
  <p:notesMasterIdLst>
    <p:notesMasterId r:id="rId12"/>
  </p:notesMasterIdLst>
  <p:handoutMasterIdLst>
    <p:handoutMasterId r:id="rId13"/>
  </p:handoutMasterIdLst>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95" userDrawn="1">
          <p15:clr>
            <a:srgbClr val="A4A3A4"/>
          </p15:clr>
        </p15:guide>
        <p15:guide id="2" pos="384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DCDCDC"/>
    <a:srgbClr val="F0F0F0"/>
    <a:srgbClr val="E6E6E6"/>
    <a:srgbClr val="C8C8C8"/>
    <a:srgbClr val="FAFAFA"/>
    <a:srgbClr val="BEBEB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778" autoAdjust="0"/>
    <p:restoredTop sz="94660"/>
  </p:normalViewPr>
  <p:slideViewPr>
    <p:cSldViewPr snapToGrid="0" showGuides="1">
      <p:cViewPr varScale="1">
        <p:scale>
          <a:sx n="99" d="100"/>
          <a:sy n="99" d="100"/>
        </p:scale>
        <p:origin x="84" y="582"/>
      </p:cViewPr>
      <p:guideLst>
        <p:guide orient="horz" pos="2195"/>
        <p:guide pos="3842"/>
      </p:guideLst>
    </p:cSldViewPr>
  </p:slideViewPr>
  <p:notesTextViewPr>
    <p:cViewPr>
      <p:scale>
        <a:sx n="3" d="2"/>
        <a:sy n="3" d="2"/>
      </p:scale>
      <p:origin x="0" y="0"/>
    </p:cViewPr>
  </p:notesTextViewPr>
  <p:notesViewPr>
    <p:cSldViewPr snapToGrid="0">
      <p:cViewPr varScale="1">
        <p:scale>
          <a:sx n="92" d="100"/>
          <a:sy n="92" d="100"/>
        </p:scale>
        <p:origin x="2550" y="102"/>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Master" Target="slideMasters/slideMaster2.xml"/><Relationship Id="rId12" Type="http://schemas.openxmlformats.org/officeDocument/2006/relationships/notesMaster" Target="notesMasters/notesMaster1.xml"/><Relationship Id="rId13" Type="http://schemas.openxmlformats.org/officeDocument/2006/relationships/handoutMaster" Target="handoutMasters/handout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4.png"/><Relationship Id="rId5" Type="http://schemas.openxmlformats.org/officeDocument/2006/relationships/image" Target="../media/image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7.svg"/><Relationship Id="rId4" Type="http://schemas.openxmlformats.org/officeDocument/2006/relationships/image" Target="../media/image4.png"/><Relationship Id="rId5" Type="http://schemas.openxmlformats.org/officeDocument/2006/relationships/image" Target="../media/image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7.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封面-1">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stretch>
            <a:fillRect/>
          </a:stretch>
        </p:blipFill>
        <p:spPr>
          <a:xfrm>
            <a:off x="0" y="0"/>
            <a:ext cx="12192000" cy="3357217"/>
          </a:xfrm>
          <a:prstGeom prst="rect">
            <a:avLst/>
          </a:prstGeom>
        </p:spPr>
      </p:pic>
      <p:sp>
        <p:nvSpPr>
          <p:cNvPr id="4" name="矩形 3"/>
          <p:cNvSpPr/>
          <p:nvPr userDrawn="1"/>
        </p:nvSpPr>
        <p:spPr>
          <a:xfrm>
            <a:off x="-800" y="-7913"/>
            <a:ext cx="12192000" cy="3361208"/>
          </a:xfrm>
          <a:prstGeom prst="rect">
            <a:avLst/>
          </a:prstGeom>
          <a:solidFill>
            <a:srgbClr val="9A0001">
              <a:alpha val="23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椭圆 4"/>
          <p:cNvSpPr/>
          <p:nvPr userDrawn="1"/>
        </p:nvSpPr>
        <p:spPr>
          <a:xfrm>
            <a:off x="5303520" y="2562096"/>
            <a:ext cx="1584960" cy="158496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6" name="组合 5"/>
          <p:cNvGrpSpPr/>
          <p:nvPr userDrawn="1"/>
        </p:nvGrpSpPr>
        <p:grpSpPr>
          <a:xfrm>
            <a:off x="5410200" y="2670375"/>
            <a:ext cx="1371600" cy="1368402"/>
            <a:chOff x="2105799" y="20055838"/>
            <a:chExt cx="6748090" cy="6732363"/>
          </a:xfrm>
          <a:solidFill>
            <a:srgbClr val="8B0012">
              <a:alpha val="80000"/>
            </a:srgbClr>
          </a:solidFill>
        </p:grpSpPr>
        <p:sp>
          <p:nvSpPr>
            <p:cNvPr id="7"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8"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9"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0"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1"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2"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3"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4"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5"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6"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7"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8"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9"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0"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1"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2"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3"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4"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5"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6"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7"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8"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9"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grpSp>
      <p:sp>
        <p:nvSpPr>
          <p:cNvPr id="36" name="文本占位符 35"/>
          <p:cNvSpPr>
            <a:spLocks noGrp="1"/>
          </p:cNvSpPr>
          <p:nvPr userDrawn="1">
            <p:ph type="body" sz="quarter" idx="10" hasCustomPrompt="1"/>
          </p:nvPr>
        </p:nvSpPr>
        <p:spPr>
          <a:xfrm>
            <a:off x="1606550" y="4264178"/>
            <a:ext cx="8975725" cy="781050"/>
          </a:xfrm>
        </p:spPr>
        <p:txBody>
          <a:bodyPr>
            <a:normAutofit/>
          </a:bodyPr>
          <a:lstStyle>
            <a:lvl1pPr marL="0" indent="0" algn="ctr" defTabSz="914400" rtl="0" eaLnBrk="1" latinLnBrk="0" hangingPunct="1">
              <a:lnSpc>
                <a:spcPct val="120000"/>
              </a:lnSpc>
              <a:buNone/>
              <a:defRPr lang="zh-CN" altLang="en-US" sz="4000" b="1" kern="1200" spc="300">
                <a:solidFill>
                  <a:schemeClr val="tx1">
                    <a:lumMod val="85000"/>
                    <a:lumOff val="15000"/>
                  </a:schemeClr>
                </a:solidFill>
                <a:latin typeface="+mn-lt"/>
                <a:ea typeface="微软雅黑" charset="-122"/>
                <a:cs typeface="微软雅黑" charset="-122"/>
              </a:defRPr>
            </a:lvl1pPr>
          </a:lstStyle>
          <a:p>
            <a:pPr algn="ctr">
              <a:lnSpc>
                <a:spcPct val="120000"/>
              </a:lnSpc>
              <a:defRPr/>
            </a:pPr>
            <a:r>
              <a:rPr lang="zh-CN" altLang="en-US"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rPr>
              <a:t>北京大学学术答辩通用</a:t>
            </a:r>
            <a:r>
              <a:rPr lang="en-US" altLang="zh-CN"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rPr>
              <a:t>PPT</a:t>
            </a:r>
            <a:r>
              <a:rPr lang="zh-CN" altLang="en-US"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rPr>
              <a:t>模板</a:t>
            </a:r>
            <a:endParaRPr lang="zh-CN" altLang="en-US"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endParaRPr>
          </a:p>
        </p:txBody>
      </p:sp>
      <p:sp>
        <p:nvSpPr>
          <p:cNvPr id="41" name="文本占位符 37"/>
          <p:cNvSpPr>
            <a:spLocks noGrp="1"/>
          </p:cNvSpPr>
          <p:nvPr>
            <p:ph type="body" sz="quarter" idx="11" hasCustomPrompt="1"/>
          </p:nvPr>
        </p:nvSpPr>
        <p:spPr>
          <a:xfrm>
            <a:off x="2244991" y="5389156"/>
            <a:ext cx="1987550" cy="341632"/>
          </a:xfrm>
          <a:noFill/>
        </p:spPr>
        <p:txBody>
          <a:bodyPr wrap="square" rtlCol="0">
            <a:spAutoFit/>
          </a:bodyPr>
          <a:lstStyle>
            <a:lvl1pPr marL="0" indent="0">
              <a:buNone/>
              <a:defRPr lang="zh-CN" altLang="en-US" sz="1800" dirty="0">
                <a:solidFill>
                  <a:srgbClr val="222A35"/>
                </a:solidFill>
                <a:latin typeface="微软雅黑" charset="-122"/>
                <a:ea typeface="微软雅黑" charset="-122"/>
              </a:defRPr>
            </a:lvl1pPr>
          </a:lstStyle>
          <a:p>
            <a:pPr marL="0" lvl="0"/>
            <a:r>
              <a:rPr lang="zh-CN" altLang="en-US" dirty="0"/>
              <a:t>答辩人：</a:t>
            </a:r>
            <a:r>
              <a:rPr lang="en-US" altLang="zh-CN" dirty="0"/>
              <a:t>XXX</a:t>
            </a:r>
            <a:endParaRPr lang="zh-CN" altLang="en-US" dirty="0"/>
          </a:p>
        </p:txBody>
      </p:sp>
      <p:sp>
        <p:nvSpPr>
          <p:cNvPr id="42" name="文本占位符 37"/>
          <p:cNvSpPr>
            <a:spLocks noGrp="1"/>
          </p:cNvSpPr>
          <p:nvPr>
            <p:ph type="body" sz="quarter" idx="12" hasCustomPrompt="1"/>
          </p:nvPr>
        </p:nvSpPr>
        <p:spPr>
          <a:xfrm>
            <a:off x="5102225" y="5389156"/>
            <a:ext cx="1987550" cy="341632"/>
          </a:xfrm>
          <a:noFill/>
        </p:spPr>
        <p:txBody>
          <a:bodyPr wrap="square" rtlCol="0">
            <a:spAutoFit/>
          </a:bodyPr>
          <a:lstStyle>
            <a:lvl1pPr marL="0" indent="0" algn="ctr">
              <a:buNone/>
              <a:defRPr lang="zh-CN" altLang="en-US" sz="1800" dirty="0">
                <a:solidFill>
                  <a:srgbClr val="222A35"/>
                </a:solidFill>
                <a:latin typeface="微软雅黑" charset="-122"/>
                <a:ea typeface="微软雅黑" charset="-122"/>
              </a:defRPr>
            </a:lvl1pPr>
          </a:lstStyle>
          <a:p>
            <a:pPr marL="0" lvl="0"/>
            <a:r>
              <a:rPr lang="zh-CN" altLang="en-US" dirty="0"/>
              <a:t>指导教师：</a:t>
            </a:r>
            <a:r>
              <a:rPr lang="en-US" altLang="zh-CN" dirty="0"/>
              <a:t>XXX</a:t>
            </a:r>
            <a:endParaRPr lang="zh-CN" altLang="en-US" dirty="0"/>
          </a:p>
        </p:txBody>
      </p:sp>
      <p:sp>
        <p:nvSpPr>
          <p:cNvPr id="43" name="文本占位符 37"/>
          <p:cNvSpPr>
            <a:spLocks noGrp="1"/>
          </p:cNvSpPr>
          <p:nvPr>
            <p:ph type="body" sz="quarter" idx="13" hasCustomPrompt="1"/>
          </p:nvPr>
        </p:nvSpPr>
        <p:spPr>
          <a:xfrm>
            <a:off x="7959460" y="5389156"/>
            <a:ext cx="1987550" cy="341632"/>
          </a:xfrm>
          <a:noFill/>
        </p:spPr>
        <p:txBody>
          <a:bodyPr wrap="square" rtlCol="0">
            <a:spAutoFit/>
          </a:bodyPr>
          <a:lstStyle>
            <a:lvl1pPr marL="0" indent="0" algn="r">
              <a:buNone/>
              <a:defRPr lang="zh-CN" altLang="en-US" sz="1800" dirty="0">
                <a:solidFill>
                  <a:srgbClr val="222A35"/>
                </a:solidFill>
                <a:latin typeface="微软雅黑" charset="-122"/>
                <a:ea typeface="微软雅黑" charset="-122"/>
              </a:defRPr>
            </a:lvl1pPr>
          </a:lstStyle>
          <a:p>
            <a:pPr marL="0" lvl="0"/>
            <a:r>
              <a:rPr lang="zh-CN" altLang="en-US" dirty="0"/>
              <a:t>院系：</a:t>
            </a:r>
            <a:r>
              <a:rPr lang="en-US" altLang="zh-CN" dirty="0"/>
              <a:t>XXX</a:t>
            </a:r>
            <a:endParaRPr lang="zh-CN"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目录-4部分">
    <p:spTree>
      <p:nvGrpSpPr>
        <p:cNvPr id="1" name=""/>
        <p:cNvGrpSpPr/>
        <p:nvPr/>
      </p:nvGrpSpPr>
      <p:grpSpPr>
        <a:xfrm>
          <a:off x="0" y="0"/>
          <a:ext cx="0" cy="0"/>
          <a:chOff x="0" y="0"/>
          <a:chExt cx="0" cy="0"/>
        </a:xfrm>
      </p:grpSpPr>
      <p:sp>
        <p:nvSpPr>
          <p:cNvPr id="55" name="矩形 54"/>
          <p:cNvSpPr/>
          <p:nvPr userDrawn="1"/>
        </p:nvSpPr>
        <p:spPr>
          <a:xfrm>
            <a:off x="-1" y="0"/>
            <a:ext cx="6096001"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pic>
        <p:nvPicPr>
          <p:cNvPr id="35" name="图形 34"/>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601832" y="3365787"/>
            <a:ext cx="6665290" cy="4818286"/>
          </a:xfrm>
          <a:prstGeom prst="rect">
            <a:avLst/>
          </a:prstGeom>
        </p:spPr>
      </p:pic>
      <p:sp>
        <p:nvSpPr>
          <p:cNvPr id="7" name="矩形 6"/>
          <p:cNvSpPr/>
          <p:nvPr userDrawn="1"/>
        </p:nvSpPr>
        <p:spPr>
          <a:xfrm>
            <a:off x="589281" y="476251"/>
            <a:ext cx="11013440" cy="5905500"/>
          </a:xfrm>
          <a:prstGeom prst="rect">
            <a:avLst/>
          </a:prstGeom>
          <a:solidFill>
            <a:schemeClr val="bg1"/>
          </a:solidFill>
          <a:ln>
            <a:noFill/>
          </a:ln>
          <a:effectLst>
            <a:glow rad="101600">
              <a:schemeClr val="tx1">
                <a:alpha val="1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grpSp>
        <p:nvGrpSpPr>
          <p:cNvPr id="8" name="组合 7"/>
          <p:cNvGrpSpPr/>
          <p:nvPr userDrawn="1"/>
        </p:nvGrpSpPr>
        <p:grpSpPr>
          <a:xfrm>
            <a:off x="2296213" y="1033221"/>
            <a:ext cx="2354895" cy="1876405"/>
            <a:chOff x="2202591" y="1033221"/>
            <a:chExt cx="2354895" cy="1876405"/>
          </a:xfrm>
        </p:grpSpPr>
        <p:sp>
          <p:nvSpPr>
            <p:cNvPr id="9" name="标题 1"/>
            <p:cNvSpPr txBox="1"/>
            <p:nvPr/>
          </p:nvSpPr>
          <p:spPr>
            <a:xfrm>
              <a:off x="2202591" y="1033221"/>
              <a:ext cx="2165279" cy="1500655"/>
            </a:xfrm>
            <a:prstGeom prst="rect">
              <a:avLst/>
            </a:prstGeom>
          </p:spPr>
          <p:txBody>
            <a:bodyPr anchor="ctr">
              <a:normAutofit/>
            </a:bodyPr>
            <a:lstStyle>
              <a:lvl1pPr algn="l" defTabSz="914400" rtl="0" eaLnBrk="1" latinLnBrk="0" hangingPunct="1">
                <a:lnSpc>
                  <a:spcPct val="90000"/>
                </a:lnSpc>
                <a:spcBef>
                  <a:spcPct val="0"/>
                </a:spcBef>
                <a:buNone/>
                <a:defRPr sz="2800" b="1" kern="1200">
                  <a:solidFill>
                    <a:srgbClr val="0070C0"/>
                  </a:solidFill>
                  <a:latin typeface="+mj-lt"/>
                  <a:ea typeface="微软雅黑" charset="-122"/>
                  <a:cs typeface="+mj-cs"/>
                </a:defRPr>
              </a:lvl1pPr>
            </a:lstStyle>
            <a:p>
              <a:pPr marL="0" marR="0" lvl="0" indent="0" algn="ctr" defTabSz="914400" rtl="0" eaLnBrk="1" fontAlgn="auto" latinLnBrk="0" hangingPunct="1">
                <a:lnSpc>
                  <a:spcPct val="90000"/>
                </a:lnSpc>
                <a:spcBef>
                  <a:spcPct val="0"/>
                </a:spcBef>
                <a:spcAft>
                  <a:spcPts val="0"/>
                </a:spcAft>
                <a:buClrTx/>
                <a:buSzTx/>
                <a:buFontTx/>
                <a:buNone/>
                <a:defRPr/>
              </a:pPr>
              <a:r>
                <a:rPr kumimoji="0" lang="zh-CN" altLang="en-US"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rPr>
                <a:t>目  录</a:t>
              </a:r>
              <a:endParaRPr kumimoji="0" lang="en-US" altLang="zh-CN"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endParaRPr>
            </a:p>
          </p:txBody>
        </p:sp>
        <p:sp>
          <p:nvSpPr>
            <p:cNvPr id="10" name="文本框 9"/>
            <p:cNvSpPr txBox="1"/>
            <p:nvPr/>
          </p:nvSpPr>
          <p:spPr>
            <a:xfrm>
              <a:off x="2389402" y="2078629"/>
              <a:ext cx="2168084"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rPr>
                <a:t>CONTENTS</a:t>
              </a:r>
              <a:endParaRPr kumimoji="0" lang="zh-CN" altLang="en-US"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endParaRPr>
            </a:p>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2400" b="0" i="0" u="none" strike="noStrike" kern="1200" cap="none" spc="-20" normalizeH="0" baseline="0" noProof="0" dirty="0">
                <a:ln>
                  <a:noFill/>
                </a:ln>
                <a:solidFill>
                  <a:schemeClr val="accent1"/>
                </a:solidFill>
                <a:effectLst/>
                <a:uLnTx/>
                <a:uFillTx/>
                <a:latin typeface="Arial" panose="020B0604020202090204"/>
                <a:ea typeface="微软雅黑" charset="-122"/>
                <a:cs typeface="+mn-ea"/>
                <a:sym typeface="+mn-lt"/>
              </a:endParaRPr>
            </a:p>
          </p:txBody>
        </p:sp>
      </p:grpSp>
      <p:sp>
        <p:nvSpPr>
          <p:cNvPr id="45" name="文本占位符 40"/>
          <p:cNvSpPr>
            <a:spLocks noGrp="1"/>
          </p:cNvSpPr>
          <p:nvPr>
            <p:ph type="body" sz="quarter" idx="10" hasCustomPrompt="1"/>
          </p:nvPr>
        </p:nvSpPr>
        <p:spPr>
          <a:xfrm>
            <a:off x="7825514" y="1561152"/>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6" name="文本占位符 40"/>
          <p:cNvSpPr>
            <a:spLocks noGrp="1"/>
          </p:cNvSpPr>
          <p:nvPr>
            <p:ph type="body" sz="quarter" idx="11" hasCustomPrompt="1"/>
          </p:nvPr>
        </p:nvSpPr>
        <p:spPr>
          <a:xfrm>
            <a:off x="7825514" y="2650906"/>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7" name="文本占位符 40"/>
          <p:cNvSpPr>
            <a:spLocks noGrp="1"/>
          </p:cNvSpPr>
          <p:nvPr>
            <p:ph type="body" sz="quarter" idx="12" hasCustomPrompt="1"/>
          </p:nvPr>
        </p:nvSpPr>
        <p:spPr>
          <a:xfrm>
            <a:off x="7825514" y="3740660"/>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9" name="文本占位符 40"/>
          <p:cNvSpPr>
            <a:spLocks noGrp="1"/>
          </p:cNvSpPr>
          <p:nvPr>
            <p:ph type="body" sz="quarter" idx="14" hasCustomPrompt="1"/>
          </p:nvPr>
        </p:nvSpPr>
        <p:spPr>
          <a:xfrm>
            <a:off x="7825514" y="4830414"/>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50" name="文本框 49"/>
          <p:cNvSpPr txBox="1"/>
          <p:nvPr userDrawn="1"/>
        </p:nvSpPr>
        <p:spPr>
          <a:xfrm>
            <a:off x="6814866" y="1512604"/>
            <a:ext cx="675822" cy="584775"/>
          </a:xfrm>
          <a:prstGeom prst="rect">
            <a:avLst/>
          </a:prstGeom>
          <a:noFill/>
        </p:spPr>
        <p:txBody>
          <a:bodyPr wrap="square" rtlCol="0">
            <a:spAutoFit/>
          </a:bodyPr>
          <a:lstStyle/>
          <a:p>
            <a:r>
              <a:rPr lang="en-US" altLang="zh-CN" sz="3200" b="1" dirty="0">
                <a:solidFill>
                  <a:srgbClr val="9A0001"/>
                </a:solidFill>
              </a:rPr>
              <a:t>01.</a:t>
            </a:r>
            <a:endParaRPr lang="zh-CN" altLang="en-US" sz="3200" b="1" dirty="0">
              <a:solidFill>
                <a:srgbClr val="9A0001"/>
              </a:solidFill>
            </a:endParaRPr>
          </a:p>
        </p:txBody>
      </p:sp>
      <p:sp>
        <p:nvSpPr>
          <p:cNvPr id="51" name="文本框 50"/>
          <p:cNvSpPr txBox="1"/>
          <p:nvPr userDrawn="1"/>
        </p:nvSpPr>
        <p:spPr>
          <a:xfrm>
            <a:off x="6814866" y="2596050"/>
            <a:ext cx="675822" cy="584775"/>
          </a:xfrm>
          <a:prstGeom prst="rect">
            <a:avLst/>
          </a:prstGeom>
          <a:noFill/>
        </p:spPr>
        <p:txBody>
          <a:bodyPr wrap="square" rtlCol="0">
            <a:spAutoFit/>
          </a:bodyPr>
          <a:lstStyle/>
          <a:p>
            <a:r>
              <a:rPr lang="en-US" altLang="zh-CN" sz="3200" b="1" dirty="0">
                <a:solidFill>
                  <a:srgbClr val="9A0001"/>
                </a:solidFill>
              </a:rPr>
              <a:t>02.</a:t>
            </a:r>
            <a:endParaRPr lang="zh-CN" altLang="en-US" sz="3200" b="1" dirty="0">
              <a:solidFill>
                <a:srgbClr val="9A0001"/>
              </a:solidFill>
            </a:endParaRPr>
          </a:p>
        </p:txBody>
      </p:sp>
      <p:sp>
        <p:nvSpPr>
          <p:cNvPr id="52" name="文本框 51"/>
          <p:cNvSpPr txBox="1"/>
          <p:nvPr userDrawn="1"/>
        </p:nvSpPr>
        <p:spPr>
          <a:xfrm>
            <a:off x="6814866" y="3679496"/>
            <a:ext cx="675822" cy="584775"/>
          </a:xfrm>
          <a:prstGeom prst="rect">
            <a:avLst/>
          </a:prstGeom>
          <a:noFill/>
        </p:spPr>
        <p:txBody>
          <a:bodyPr wrap="square" rtlCol="0">
            <a:spAutoFit/>
          </a:bodyPr>
          <a:lstStyle/>
          <a:p>
            <a:r>
              <a:rPr lang="en-US" altLang="zh-CN" sz="3200" b="1" dirty="0">
                <a:solidFill>
                  <a:srgbClr val="9A0001"/>
                </a:solidFill>
              </a:rPr>
              <a:t>03.</a:t>
            </a:r>
            <a:endParaRPr lang="zh-CN" altLang="en-US" sz="3200" b="1" dirty="0">
              <a:solidFill>
                <a:srgbClr val="9A0001"/>
              </a:solidFill>
            </a:endParaRPr>
          </a:p>
        </p:txBody>
      </p:sp>
      <p:sp>
        <p:nvSpPr>
          <p:cNvPr id="53" name="文本框 52"/>
          <p:cNvSpPr txBox="1"/>
          <p:nvPr userDrawn="1"/>
        </p:nvSpPr>
        <p:spPr>
          <a:xfrm>
            <a:off x="6814866" y="4762941"/>
            <a:ext cx="675822" cy="584775"/>
          </a:xfrm>
          <a:prstGeom prst="rect">
            <a:avLst/>
          </a:prstGeom>
          <a:noFill/>
        </p:spPr>
        <p:txBody>
          <a:bodyPr wrap="square" rtlCol="0">
            <a:spAutoFit/>
          </a:bodyPr>
          <a:lstStyle/>
          <a:p>
            <a:r>
              <a:rPr lang="en-US" altLang="zh-CN" sz="3200" b="1" dirty="0">
                <a:solidFill>
                  <a:srgbClr val="9A0001"/>
                </a:solidFill>
              </a:rPr>
              <a:t>04.</a:t>
            </a:r>
            <a:endParaRPr lang="zh-CN" altLang="en-US" sz="3200" b="1" dirty="0">
              <a:solidFill>
                <a:srgbClr val="9A0001"/>
              </a:solidFill>
            </a:endParaRPr>
          </a:p>
        </p:txBody>
      </p:sp>
      <p:grpSp>
        <p:nvGrpSpPr>
          <p:cNvPr id="56" name="组合 55"/>
          <p:cNvGrpSpPr/>
          <p:nvPr userDrawn="1"/>
        </p:nvGrpSpPr>
        <p:grpSpPr>
          <a:xfrm>
            <a:off x="2425132" y="3183822"/>
            <a:ext cx="1945700" cy="1941162"/>
            <a:chOff x="2105799" y="20055838"/>
            <a:chExt cx="6748090" cy="6732363"/>
          </a:xfrm>
          <a:solidFill>
            <a:schemeClr val="accent1"/>
          </a:solidFill>
        </p:grpSpPr>
        <p:sp>
          <p:nvSpPr>
            <p:cNvPr id="57"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8"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9"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0"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1"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2"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3"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4"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5"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6"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7"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8"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9"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0"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1"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2"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3"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4"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5"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6"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7"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8"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9" name="Freeform 71"/>
            <p:cNvSpPr>
              <a:spLocks noEditPoints="1"/>
            </p:cNvSpPr>
            <p:nvPr/>
          </p:nvSpPr>
          <p:spPr bwMode="auto">
            <a:xfrm>
              <a:off x="3199024" y="21141193"/>
              <a:ext cx="4561647" cy="4553785"/>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0000"/>
                </a:solidFill>
                <a:effectLst/>
                <a:uLnTx/>
                <a:uFillTx/>
                <a:latin typeface="Arial" panose="020B0604020202090204"/>
                <a:ea typeface="微软雅黑" charset="-122"/>
                <a:cs typeface="+mn-ea"/>
                <a:sym typeface="+mn-lt"/>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目录-5部分">
    <p:spTree>
      <p:nvGrpSpPr>
        <p:cNvPr id="1" name=""/>
        <p:cNvGrpSpPr/>
        <p:nvPr/>
      </p:nvGrpSpPr>
      <p:grpSpPr>
        <a:xfrm>
          <a:off x="0" y="0"/>
          <a:ext cx="0" cy="0"/>
          <a:chOff x="0" y="0"/>
          <a:chExt cx="0" cy="0"/>
        </a:xfrm>
      </p:grpSpPr>
      <p:sp>
        <p:nvSpPr>
          <p:cNvPr id="6" name="矩形 5"/>
          <p:cNvSpPr/>
          <p:nvPr userDrawn="1"/>
        </p:nvSpPr>
        <p:spPr>
          <a:xfrm>
            <a:off x="-1" y="0"/>
            <a:ext cx="6096001"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sp>
        <p:nvSpPr>
          <p:cNvPr id="71" name="矩形 70"/>
          <p:cNvSpPr/>
          <p:nvPr userDrawn="1"/>
        </p:nvSpPr>
        <p:spPr>
          <a:xfrm>
            <a:off x="589281" y="476251"/>
            <a:ext cx="11013440" cy="5905500"/>
          </a:xfrm>
          <a:prstGeom prst="rect">
            <a:avLst/>
          </a:prstGeom>
          <a:solidFill>
            <a:schemeClr val="bg1"/>
          </a:solidFill>
          <a:ln>
            <a:noFill/>
          </a:ln>
          <a:effectLst>
            <a:glow rad="101600">
              <a:schemeClr val="tx1">
                <a:alpha val="1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pic>
        <p:nvPicPr>
          <p:cNvPr id="35" name="图形 34"/>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601832" y="3365787"/>
            <a:ext cx="6665290" cy="4818286"/>
          </a:xfrm>
          <a:prstGeom prst="rect">
            <a:avLst/>
          </a:prstGeom>
        </p:spPr>
      </p:pic>
      <p:grpSp>
        <p:nvGrpSpPr>
          <p:cNvPr id="8" name="组合 7"/>
          <p:cNvGrpSpPr/>
          <p:nvPr userDrawn="1"/>
        </p:nvGrpSpPr>
        <p:grpSpPr>
          <a:xfrm>
            <a:off x="2296213" y="1033221"/>
            <a:ext cx="2354895" cy="1876405"/>
            <a:chOff x="2202591" y="1033221"/>
            <a:chExt cx="2354895" cy="1876405"/>
          </a:xfrm>
        </p:grpSpPr>
        <p:sp>
          <p:nvSpPr>
            <p:cNvPr id="9" name="标题 1"/>
            <p:cNvSpPr txBox="1"/>
            <p:nvPr/>
          </p:nvSpPr>
          <p:spPr>
            <a:xfrm>
              <a:off x="2202591" y="1033221"/>
              <a:ext cx="2165279" cy="1500655"/>
            </a:xfrm>
            <a:prstGeom prst="rect">
              <a:avLst/>
            </a:prstGeom>
          </p:spPr>
          <p:txBody>
            <a:bodyPr anchor="ctr">
              <a:normAutofit/>
            </a:bodyPr>
            <a:lstStyle>
              <a:lvl1pPr algn="l" defTabSz="914400" rtl="0" eaLnBrk="1" latinLnBrk="0" hangingPunct="1">
                <a:lnSpc>
                  <a:spcPct val="90000"/>
                </a:lnSpc>
                <a:spcBef>
                  <a:spcPct val="0"/>
                </a:spcBef>
                <a:buNone/>
                <a:defRPr sz="2800" b="1" kern="1200">
                  <a:solidFill>
                    <a:srgbClr val="0070C0"/>
                  </a:solidFill>
                  <a:latin typeface="+mj-lt"/>
                  <a:ea typeface="微软雅黑" charset="-122"/>
                  <a:cs typeface="+mj-cs"/>
                </a:defRPr>
              </a:lvl1pPr>
            </a:lstStyle>
            <a:p>
              <a:pPr marL="0" marR="0" lvl="0" indent="0" algn="ctr" defTabSz="914400" rtl="0" eaLnBrk="1" fontAlgn="auto" latinLnBrk="0" hangingPunct="1">
                <a:lnSpc>
                  <a:spcPct val="90000"/>
                </a:lnSpc>
                <a:spcBef>
                  <a:spcPct val="0"/>
                </a:spcBef>
                <a:spcAft>
                  <a:spcPts val="0"/>
                </a:spcAft>
                <a:buClrTx/>
                <a:buSzTx/>
                <a:buFontTx/>
                <a:buNone/>
                <a:defRPr/>
              </a:pPr>
              <a:r>
                <a:rPr kumimoji="0" lang="zh-CN" altLang="en-US"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rPr>
                <a:t>目  录</a:t>
              </a:r>
              <a:endParaRPr kumimoji="0" lang="en-US" altLang="zh-CN"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endParaRPr>
            </a:p>
          </p:txBody>
        </p:sp>
        <p:sp>
          <p:nvSpPr>
            <p:cNvPr id="10" name="文本框 9"/>
            <p:cNvSpPr txBox="1"/>
            <p:nvPr/>
          </p:nvSpPr>
          <p:spPr>
            <a:xfrm>
              <a:off x="2389402" y="2078629"/>
              <a:ext cx="2168084"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rPr>
                <a:t>CONTENTS</a:t>
              </a:r>
              <a:endParaRPr kumimoji="0" lang="zh-CN" altLang="en-US"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endParaRPr>
            </a:p>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2400" b="0" i="0" u="none" strike="noStrike" kern="1200" cap="none" spc="-20" normalizeH="0" baseline="0" noProof="0" dirty="0">
                <a:ln>
                  <a:noFill/>
                </a:ln>
                <a:solidFill>
                  <a:schemeClr val="accent1"/>
                </a:solidFill>
                <a:effectLst/>
                <a:uLnTx/>
                <a:uFillTx/>
                <a:latin typeface="Arial" panose="020B0604020202090204"/>
                <a:ea typeface="微软雅黑" charset="-122"/>
                <a:cs typeface="+mn-ea"/>
                <a:sym typeface="+mn-lt"/>
              </a:endParaRPr>
            </a:p>
          </p:txBody>
        </p:sp>
      </p:grpSp>
      <p:sp>
        <p:nvSpPr>
          <p:cNvPr id="41" name="文本占位符 40"/>
          <p:cNvSpPr>
            <a:spLocks noGrp="1"/>
          </p:cNvSpPr>
          <p:nvPr>
            <p:ph type="body" sz="quarter" idx="10" hasCustomPrompt="1"/>
          </p:nvPr>
        </p:nvSpPr>
        <p:spPr>
          <a:xfrm>
            <a:off x="7819905" y="140875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2" name="文本占位符 40"/>
          <p:cNvSpPr>
            <a:spLocks noGrp="1"/>
          </p:cNvSpPr>
          <p:nvPr>
            <p:ph type="body" sz="quarter" idx="11" hasCustomPrompt="1"/>
          </p:nvPr>
        </p:nvSpPr>
        <p:spPr>
          <a:xfrm>
            <a:off x="7819905" y="230220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3" name="文本占位符 40"/>
          <p:cNvSpPr>
            <a:spLocks noGrp="1"/>
          </p:cNvSpPr>
          <p:nvPr>
            <p:ph type="body" sz="quarter" idx="12" hasCustomPrompt="1"/>
          </p:nvPr>
        </p:nvSpPr>
        <p:spPr>
          <a:xfrm>
            <a:off x="7819905" y="319565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4" name="文本占位符 40"/>
          <p:cNvSpPr>
            <a:spLocks noGrp="1"/>
          </p:cNvSpPr>
          <p:nvPr>
            <p:ph type="body" sz="quarter" idx="13" hasCustomPrompt="1"/>
          </p:nvPr>
        </p:nvSpPr>
        <p:spPr>
          <a:xfrm>
            <a:off x="7819905" y="4982551"/>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36" name="文本占位符 40"/>
          <p:cNvSpPr>
            <a:spLocks noGrp="1"/>
          </p:cNvSpPr>
          <p:nvPr>
            <p:ph type="body" sz="quarter" idx="14" hasCustomPrompt="1"/>
          </p:nvPr>
        </p:nvSpPr>
        <p:spPr>
          <a:xfrm>
            <a:off x="7819905" y="408910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2" name="文本框 1"/>
          <p:cNvSpPr txBox="1"/>
          <p:nvPr userDrawn="1"/>
        </p:nvSpPr>
        <p:spPr>
          <a:xfrm>
            <a:off x="6809256" y="1360204"/>
            <a:ext cx="675822" cy="584775"/>
          </a:xfrm>
          <a:prstGeom prst="rect">
            <a:avLst/>
          </a:prstGeom>
          <a:noFill/>
        </p:spPr>
        <p:txBody>
          <a:bodyPr wrap="square" rtlCol="0">
            <a:spAutoFit/>
          </a:bodyPr>
          <a:lstStyle/>
          <a:p>
            <a:r>
              <a:rPr lang="en-US" altLang="zh-CN" sz="3200" b="1" dirty="0">
                <a:solidFill>
                  <a:srgbClr val="9A0001"/>
                </a:solidFill>
              </a:rPr>
              <a:t>01.</a:t>
            </a:r>
            <a:endParaRPr lang="zh-CN" altLang="en-US" sz="3200" b="1" dirty="0">
              <a:solidFill>
                <a:srgbClr val="9A0001"/>
              </a:solidFill>
            </a:endParaRPr>
          </a:p>
        </p:txBody>
      </p:sp>
      <p:sp>
        <p:nvSpPr>
          <p:cNvPr id="39" name="文本框 38"/>
          <p:cNvSpPr txBox="1"/>
          <p:nvPr userDrawn="1"/>
        </p:nvSpPr>
        <p:spPr>
          <a:xfrm>
            <a:off x="6809256" y="2253654"/>
            <a:ext cx="675822" cy="584775"/>
          </a:xfrm>
          <a:prstGeom prst="rect">
            <a:avLst/>
          </a:prstGeom>
          <a:noFill/>
        </p:spPr>
        <p:txBody>
          <a:bodyPr wrap="square" rtlCol="0">
            <a:spAutoFit/>
          </a:bodyPr>
          <a:lstStyle/>
          <a:p>
            <a:r>
              <a:rPr lang="en-US" altLang="zh-CN" sz="3200" b="1" dirty="0">
                <a:solidFill>
                  <a:srgbClr val="9A0001"/>
                </a:solidFill>
              </a:rPr>
              <a:t>02.</a:t>
            </a:r>
            <a:endParaRPr lang="zh-CN" altLang="en-US" sz="3200" b="1" dirty="0">
              <a:solidFill>
                <a:srgbClr val="9A0001"/>
              </a:solidFill>
            </a:endParaRPr>
          </a:p>
        </p:txBody>
      </p:sp>
      <p:sp>
        <p:nvSpPr>
          <p:cNvPr id="40" name="文本框 39"/>
          <p:cNvSpPr txBox="1"/>
          <p:nvPr userDrawn="1"/>
        </p:nvSpPr>
        <p:spPr>
          <a:xfrm>
            <a:off x="6809256" y="3148379"/>
            <a:ext cx="675822" cy="584775"/>
          </a:xfrm>
          <a:prstGeom prst="rect">
            <a:avLst/>
          </a:prstGeom>
          <a:noFill/>
        </p:spPr>
        <p:txBody>
          <a:bodyPr wrap="square" rtlCol="0">
            <a:spAutoFit/>
          </a:bodyPr>
          <a:lstStyle/>
          <a:p>
            <a:r>
              <a:rPr lang="en-US" altLang="zh-CN" sz="3200" b="1" dirty="0">
                <a:solidFill>
                  <a:srgbClr val="9A0001"/>
                </a:solidFill>
              </a:rPr>
              <a:t>03.</a:t>
            </a:r>
            <a:endParaRPr lang="zh-CN" altLang="en-US" sz="3200" b="1" dirty="0">
              <a:solidFill>
                <a:srgbClr val="9A0001"/>
              </a:solidFill>
            </a:endParaRPr>
          </a:p>
        </p:txBody>
      </p:sp>
      <p:sp>
        <p:nvSpPr>
          <p:cNvPr id="45" name="文本框 44"/>
          <p:cNvSpPr txBox="1"/>
          <p:nvPr userDrawn="1"/>
        </p:nvSpPr>
        <p:spPr>
          <a:xfrm>
            <a:off x="6809256" y="4021629"/>
            <a:ext cx="675822" cy="584775"/>
          </a:xfrm>
          <a:prstGeom prst="rect">
            <a:avLst/>
          </a:prstGeom>
          <a:noFill/>
        </p:spPr>
        <p:txBody>
          <a:bodyPr wrap="square" rtlCol="0">
            <a:spAutoFit/>
          </a:bodyPr>
          <a:lstStyle/>
          <a:p>
            <a:r>
              <a:rPr lang="en-US" altLang="zh-CN" sz="3200" b="1" dirty="0">
                <a:solidFill>
                  <a:srgbClr val="9A0001"/>
                </a:solidFill>
              </a:rPr>
              <a:t>04.</a:t>
            </a:r>
            <a:endParaRPr lang="zh-CN" altLang="en-US" sz="3200" b="1" dirty="0">
              <a:solidFill>
                <a:srgbClr val="9A0001"/>
              </a:solidFill>
            </a:endParaRPr>
          </a:p>
        </p:txBody>
      </p:sp>
      <p:sp>
        <p:nvSpPr>
          <p:cNvPr id="46" name="文本框 45"/>
          <p:cNvSpPr txBox="1"/>
          <p:nvPr userDrawn="1"/>
        </p:nvSpPr>
        <p:spPr>
          <a:xfrm>
            <a:off x="6809256" y="4921514"/>
            <a:ext cx="675822" cy="584775"/>
          </a:xfrm>
          <a:prstGeom prst="rect">
            <a:avLst/>
          </a:prstGeom>
          <a:noFill/>
        </p:spPr>
        <p:txBody>
          <a:bodyPr wrap="square" rtlCol="0">
            <a:spAutoFit/>
          </a:bodyPr>
          <a:lstStyle/>
          <a:p>
            <a:r>
              <a:rPr lang="en-US" altLang="zh-CN" sz="3200" b="1" dirty="0">
                <a:solidFill>
                  <a:srgbClr val="9A0001"/>
                </a:solidFill>
              </a:rPr>
              <a:t>05.</a:t>
            </a:r>
            <a:endParaRPr lang="zh-CN" altLang="en-US" sz="3200" b="1" dirty="0">
              <a:solidFill>
                <a:srgbClr val="9A0001"/>
              </a:solidFill>
            </a:endParaRPr>
          </a:p>
        </p:txBody>
      </p:sp>
      <p:grpSp>
        <p:nvGrpSpPr>
          <p:cNvPr id="47" name="组合 46"/>
          <p:cNvGrpSpPr/>
          <p:nvPr userDrawn="1"/>
        </p:nvGrpSpPr>
        <p:grpSpPr>
          <a:xfrm>
            <a:off x="2425132" y="3183822"/>
            <a:ext cx="1945700" cy="1941162"/>
            <a:chOff x="2105799" y="20055838"/>
            <a:chExt cx="6748090" cy="6732363"/>
          </a:xfrm>
          <a:solidFill>
            <a:schemeClr val="accent1"/>
          </a:solidFill>
        </p:grpSpPr>
        <p:sp>
          <p:nvSpPr>
            <p:cNvPr id="48"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49"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0"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1"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2"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3"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4"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5"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6"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7"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8"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9"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0"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1"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2"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3"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4"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5"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6"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7"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8"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9"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0" name="Freeform 71"/>
            <p:cNvSpPr>
              <a:spLocks noEditPoints="1"/>
            </p:cNvSpPr>
            <p:nvPr/>
          </p:nvSpPr>
          <p:spPr bwMode="auto">
            <a:xfrm>
              <a:off x="3199024" y="21141193"/>
              <a:ext cx="4561647" cy="4553785"/>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0000"/>
                </a:solidFill>
                <a:effectLst/>
                <a:uLnTx/>
                <a:uFillTx/>
                <a:latin typeface="Arial" panose="020B0604020202090204"/>
                <a:ea typeface="微软雅黑" charset="-122"/>
                <a:cs typeface="+mn-ea"/>
                <a:sym typeface="+mn-lt"/>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目录-6部分">
    <p:spTree>
      <p:nvGrpSpPr>
        <p:cNvPr id="1" name=""/>
        <p:cNvGrpSpPr/>
        <p:nvPr/>
      </p:nvGrpSpPr>
      <p:grpSpPr>
        <a:xfrm>
          <a:off x="0" y="0"/>
          <a:ext cx="0" cy="0"/>
          <a:chOff x="0" y="0"/>
          <a:chExt cx="0" cy="0"/>
        </a:xfrm>
      </p:grpSpPr>
      <p:sp>
        <p:nvSpPr>
          <p:cNvPr id="6" name="矩形 5"/>
          <p:cNvSpPr/>
          <p:nvPr userDrawn="1"/>
        </p:nvSpPr>
        <p:spPr>
          <a:xfrm>
            <a:off x="-1" y="0"/>
            <a:ext cx="6096001"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pic>
        <p:nvPicPr>
          <p:cNvPr id="35" name="图形 34"/>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601832" y="3365787"/>
            <a:ext cx="6665290" cy="4818286"/>
          </a:xfrm>
          <a:prstGeom prst="rect">
            <a:avLst/>
          </a:prstGeom>
        </p:spPr>
      </p:pic>
      <p:sp>
        <p:nvSpPr>
          <p:cNvPr id="49" name="矩形 48"/>
          <p:cNvSpPr/>
          <p:nvPr userDrawn="1"/>
        </p:nvSpPr>
        <p:spPr>
          <a:xfrm>
            <a:off x="589281" y="476251"/>
            <a:ext cx="11013440" cy="5905500"/>
          </a:xfrm>
          <a:prstGeom prst="rect">
            <a:avLst/>
          </a:prstGeom>
          <a:solidFill>
            <a:schemeClr val="bg1"/>
          </a:solidFill>
          <a:ln>
            <a:noFill/>
          </a:ln>
          <a:effectLst>
            <a:glow rad="101600">
              <a:schemeClr val="tx1">
                <a:alpha val="1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grpSp>
        <p:nvGrpSpPr>
          <p:cNvPr id="8" name="组合 7"/>
          <p:cNvGrpSpPr/>
          <p:nvPr userDrawn="1"/>
        </p:nvGrpSpPr>
        <p:grpSpPr>
          <a:xfrm>
            <a:off x="2296213" y="1033221"/>
            <a:ext cx="2354895" cy="1876405"/>
            <a:chOff x="2202591" y="1033221"/>
            <a:chExt cx="2354895" cy="1876405"/>
          </a:xfrm>
        </p:grpSpPr>
        <p:sp>
          <p:nvSpPr>
            <p:cNvPr id="9" name="标题 1"/>
            <p:cNvSpPr txBox="1"/>
            <p:nvPr/>
          </p:nvSpPr>
          <p:spPr>
            <a:xfrm>
              <a:off x="2202591" y="1033221"/>
              <a:ext cx="2165279" cy="1500655"/>
            </a:xfrm>
            <a:prstGeom prst="rect">
              <a:avLst/>
            </a:prstGeom>
          </p:spPr>
          <p:txBody>
            <a:bodyPr anchor="ctr">
              <a:normAutofit/>
            </a:bodyPr>
            <a:lstStyle>
              <a:lvl1pPr algn="l" defTabSz="914400" rtl="0" eaLnBrk="1" latinLnBrk="0" hangingPunct="1">
                <a:lnSpc>
                  <a:spcPct val="90000"/>
                </a:lnSpc>
                <a:spcBef>
                  <a:spcPct val="0"/>
                </a:spcBef>
                <a:buNone/>
                <a:defRPr sz="2800" b="1" kern="1200">
                  <a:solidFill>
                    <a:srgbClr val="0070C0"/>
                  </a:solidFill>
                  <a:latin typeface="+mj-lt"/>
                  <a:ea typeface="微软雅黑" charset="-122"/>
                  <a:cs typeface="+mj-cs"/>
                </a:defRPr>
              </a:lvl1pPr>
            </a:lstStyle>
            <a:p>
              <a:pPr marL="0" marR="0" lvl="0" indent="0" algn="ctr" defTabSz="914400" rtl="0" eaLnBrk="1" fontAlgn="auto" latinLnBrk="0" hangingPunct="1">
                <a:lnSpc>
                  <a:spcPct val="90000"/>
                </a:lnSpc>
                <a:spcBef>
                  <a:spcPct val="0"/>
                </a:spcBef>
                <a:spcAft>
                  <a:spcPts val="0"/>
                </a:spcAft>
                <a:buClrTx/>
                <a:buSzTx/>
                <a:buFontTx/>
                <a:buNone/>
                <a:defRPr/>
              </a:pPr>
              <a:r>
                <a:rPr kumimoji="0" lang="zh-CN" altLang="en-US"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rPr>
                <a:t>目  录</a:t>
              </a:r>
              <a:endParaRPr kumimoji="0" lang="en-US" altLang="zh-CN"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endParaRPr>
            </a:p>
          </p:txBody>
        </p:sp>
        <p:sp>
          <p:nvSpPr>
            <p:cNvPr id="10" name="文本框 9"/>
            <p:cNvSpPr txBox="1"/>
            <p:nvPr/>
          </p:nvSpPr>
          <p:spPr>
            <a:xfrm>
              <a:off x="2389402" y="2078629"/>
              <a:ext cx="2168084"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rPr>
                <a:t>CONTENTS</a:t>
              </a:r>
              <a:endParaRPr kumimoji="0" lang="zh-CN" altLang="en-US"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endParaRPr>
            </a:p>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2400" b="0" i="0" u="none" strike="noStrike" kern="1200" cap="none" spc="-20" normalizeH="0" baseline="0" noProof="0" dirty="0">
                <a:ln>
                  <a:noFill/>
                </a:ln>
                <a:solidFill>
                  <a:schemeClr val="accent1"/>
                </a:solidFill>
                <a:effectLst/>
                <a:uLnTx/>
                <a:uFillTx/>
                <a:latin typeface="Arial" panose="020B0604020202090204"/>
                <a:ea typeface="微软雅黑" charset="-122"/>
                <a:cs typeface="+mn-ea"/>
                <a:sym typeface="+mn-lt"/>
              </a:endParaRPr>
            </a:p>
          </p:txBody>
        </p:sp>
      </p:grpSp>
      <p:grpSp>
        <p:nvGrpSpPr>
          <p:cNvPr id="11" name="组合 10"/>
          <p:cNvGrpSpPr/>
          <p:nvPr userDrawn="1"/>
        </p:nvGrpSpPr>
        <p:grpSpPr>
          <a:xfrm>
            <a:off x="2425132" y="3183822"/>
            <a:ext cx="1945700" cy="1941162"/>
            <a:chOff x="2105799" y="20055838"/>
            <a:chExt cx="6748090" cy="6732363"/>
          </a:xfrm>
          <a:solidFill>
            <a:schemeClr val="accent1"/>
          </a:solidFill>
        </p:grpSpPr>
        <p:sp>
          <p:nvSpPr>
            <p:cNvPr id="12"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5"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6"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7"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8"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9"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0"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1"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2"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3"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4"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5"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6"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7"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8"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9"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0"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1"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2"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3"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4" name="Freeform 71"/>
            <p:cNvSpPr>
              <a:spLocks noEditPoints="1"/>
            </p:cNvSpPr>
            <p:nvPr/>
          </p:nvSpPr>
          <p:spPr bwMode="auto">
            <a:xfrm>
              <a:off x="3199024" y="21141193"/>
              <a:ext cx="4561647" cy="4553785"/>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0000"/>
                </a:solidFill>
                <a:effectLst/>
                <a:uLnTx/>
                <a:uFillTx/>
                <a:latin typeface="Arial" panose="020B0604020202090204"/>
                <a:ea typeface="微软雅黑" charset="-122"/>
                <a:cs typeface="+mn-ea"/>
                <a:sym typeface="+mn-lt"/>
              </a:endParaRPr>
            </a:p>
          </p:txBody>
        </p:sp>
      </p:grpSp>
      <p:sp>
        <p:nvSpPr>
          <p:cNvPr id="41" name="文本占位符 40"/>
          <p:cNvSpPr>
            <a:spLocks noGrp="1"/>
          </p:cNvSpPr>
          <p:nvPr>
            <p:ph type="body" sz="quarter" idx="10" hasCustomPrompt="1"/>
          </p:nvPr>
        </p:nvSpPr>
        <p:spPr>
          <a:xfrm>
            <a:off x="7819905" y="131731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2" name="文本占位符 40"/>
          <p:cNvSpPr>
            <a:spLocks noGrp="1"/>
          </p:cNvSpPr>
          <p:nvPr>
            <p:ph type="body" sz="quarter" idx="11" hasCustomPrompt="1"/>
          </p:nvPr>
        </p:nvSpPr>
        <p:spPr>
          <a:xfrm>
            <a:off x="7819905" y="206788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3" name="文本占位符 40"/>
          <p:cNvSpPr>
            <a:spLocks noGrp="1"/>
          </p:cNvSpPr>
          <p:nvPr>
            <p:ph type="body" sz="quarter" idx="12" hasCustomPrompt="1"/>
          </p:nvPr>
        </p:nvSpPr>
        <p:spPr>
          <a:xfrm>
            <a:off x="7819905" y="281845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4" name="文本占位符 40"/>
          <p:cNvSpPr>
            <a:spLocks noGrp="1"/>
          </p:cNvSpPr>
          <p:nvPr>
            <p:ph type="body" sz="quarter" idx="13" hasCustomPrompt="1"/>
          </p:nvPr>
        </p:nvSpPr>
        <p:spPr>
          <a:xfrm>
            <a:off x="7819905" y="431959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36" name="文本占位符 40"/>
          <p:cNvSpPr>
            <a:spLocks noGrp="1"/>
          </p:cNvSpPr>
          <p:nvPr>
            <p:ph type="body" sz="quarter" idx="14" hasCustomPrompt="1"/>
          </p:nvPr>
        </p:nvSpPr>
        <p:spPr>
          <a:xfrm>
            <a:off x="7819905" y="356902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2" name="文本框 1"/>
          <p:cNvSpPr txBox="1"/>
          <p:nvPr userDrawn="1"/>
        </p:nvSpPr>
        <p:spPr>
          <a:xfrm>
            <a:off x="6809256" y="1268764"/>
            <a:ext cx="675822" cy="584775"/>
          </a:xfrm>
          <a:prstGeom prst="rect">
            <a:avLst/>
          </a:prstGeom>
          <a:noFill/>
        </p:spPr>
        <p:txBody>
          <a:bodyPr wrap="square" rtlCol="0">
            <a:spAutoFit/>
          </a:bodyPr>
          <a:lstStyle/>
          <a:p>
            <a:r>
              <a:rPr lang="en-US" altLang="zh-CN" sz="3200" b="1" dirty="0">
                <a:solidFill>
                  <a:srgbClr val="9A0001"/>
                </a:solidFill>
              </a:rPr>
              <a:t>01.</a:t>
            </a:r>
            <a:endParaRPr lang="zh-CN" altLang="en-US" sz="3200" b="1" dirty="0">
              <a:solidFill>
                <a:srgbClr val="9A0001"/>
              </a:solidFill>
            </a:endParaRPr>
          </a:p>
        </p:txBody>
      </p:sp>
      <p:sp>
        <p:nvSpPr>
          <p:cNvPr id="39" name="文本框 38"/>
          <p:cNvSpPr txBox="1"/>
          <p:nvPr userDrawn="1"/>
        </p:nvSpPr>
        <p:spPr>
          <a:xfrm>
            <a:off x="6809256" y="2016836"/>
            <a:ext cx="675822" cy="584775"/>
          </a:xfrm>
          <a:prstGeom prst="rect">
            <a:avLst/>
          </a:prstGeom>
          <a:noFill/>
        </p:spPr>
        <p:txBody>
          <a:bodyPr wrap="square" rtlCol="0">
            <a:spAutoFit/>
          </a:bodyPr>
          <a:lstStyle/>
          <a:p>
            <a:r>
              <a:rPr lang="en-US" altLang="zh-CN" sz="3200" b="1" dirty="0">
                <a:solidFill>
                  <a:srgbClr val="9A0001"/>
                </a:solidFill>
              </a:rPr>
              <a:t>02.</a:t>
            </a:r>
            <a:endParaRPr lang="zh-CN" altLang="en-US" sz="3200" b="1" dirty="0">
              <a:solidFill>
                <a:srgbClr val="9A0001"/>
              </a:solidFill>
            </a:endParaRPr>
          </a:p>
        </p:txBody>
      </p:sp>
      <p:sp>
        <p:nvSpPr>
          <p:cNvPr id="40" name="文本框 39"/>
          <p:cNvSpPr txBox="1"/>
          <p:nvPr userDrawn="1"/>
        </p:nvSpPr>
        <p:spPr>
          <a:xfrm>
            <a:off x="6809256" y="2764908"/>
            <a:ext cx="675822" cy="584775"/>
          </a:xfrm>
          <a:prstGeom prst="rect">
            <a:avLst/>
          </a:prstGeom>
          <a:noFill/>
        </p:spPr>
        <p:txBody>
          <a:bodyPr wrap="square" rtlCol="0">
            <a:spAutoFit/>
          </a:bodyPr>
          <a:lstStyle/>
          <a:p>
            <a:r>
              <a:rPr lang="en-US" altLang="zh-CN" sz="3200" b="1" dirty="0">
                <a:solidFill>
                  <a:srgbClr val="9A0001"/>
                </a:solidFill>
              </a:rPr>
              <a:t>03.</a:t>
            </a:r>
            <a:endParaRPr lang="zh-CN" altLang="en-US" sz="3200" b="1" dirty="0">
              <a:solidFill>
                <a:srgbClr val="9A0001"/>
              </a:solidFill>
            </a:endParaRPr>
          </a:p>
        </p:txBody>
      </p:sp>
      <p:sp>
        <p:nvSpPr>
          <p:cNvPr id="45" name="文本框 44"/>
          <p:cNvSpPr txBox="1"/>
          <p:nvPr userDrawn="1"/>
        </p:nvSpPr>
        <p:spPr>
          <a:xfrm>
            <a:off x="6809256" y="3512980"/>
            <a:ext cx="675822" cy="584775"/>
          </a:xfrm>
          <a:prstGeom prst="rect">
            <a:avLst/>
          </a:prstGeom>
          <a:noFill/>
        </p:spPr>
        <p:txBody>
          <a:bodyPr wrap="square" rtlCol="0">
            <a:spAutoFit/>
          </a:bodyPr>
          <a:lstStyle/>
          <a:p>
            <a:r>
              <a:rPr lang="en-US" altLang="zh-CN" sz="3200" b="1" dirty="0">
                <a:solidFill>
                  <a:srgbClr val="9A0001"/>
                </a:solidFill>
              </a:rPr>
              <a:t>04.</a:t>
            </a:r>
            <a:endParaRPr lang="zh-CN" altLang="en-US" sz="3200" b="1" dirty="0">
              <a:solidFill>
                <a:srgbClr val="9A0001"/>
              </a:solidFill>
            </a:endParaRPr>
          </a:p>
        </p:txBody>
      </p:sp>
      <p:sp>
        <p:nvSpPr>
          <p:cNvPr id="46" name="文本框 45"/>
          <p:cNvSpPr txBox="1"/>
          <p:nvPr userDrawn="1"/>
        </p:nvSpPr>
        <p:spPr>
          <a:xfrm>
            <a:off x="6809256" y="4261052"/>
            <a:ext cx="675822" cy="584775"/>
          </a:xfrm>
          <a:prstGeom prst="rect">
            <a:avLst/>
          </a:prstGeom>
          <a:noFill/>
        </p:spPr>
        <p:txBody>
          <a:bodyPr wrap="square" rtlCol="0">
            <a:spAutoFit/>
          </a:bodyPr>
          <a:lstStyle/>
          <a:p>
            <a:r>
              <a:rPr lang="en-US" altLang="zh-CN" sz="3200" b="1" dirty="0">
                <a:solidFill>
                  <a:srgbClr val="9A0001"/>
                </a:solidFill>
              </a:rPr>
              <a:t>05.</a:t>
            </a:r>
            <a:endParaRPr lang="zh-CN" altLang="en-US" sz="3200" b="1" dirty="0">
              <a:solidFill>
                <a:srgbClr val="9A0001"/>
              </a:solidFill>
            </a:endParaRPr>
          </a:p>
        </p:txBody>
      </p:sp>
      <p:sp>
        <p:nvSpPr>
          <p:cNvPr id="47" name="文本占位符 40"/>
          <p:cNvSpPr>
            <a:spLocks noGrp="1"/>
          </p:cNvSpPr>
          <p:nvPr>
            <p:ph type="body" sz="quarter" idx="15" hasCustomPrompt="1"/>
          </p:nvPr>
        </p:nvSpPr>
        <p:spPr>
          <a:xfrm>
            <a:off x="7819905" y="5070163"/>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8" name="文本框 47"/>
          <p:cNvSpPr txBox="1"/>
          <p:nvPr userDrawn="1"/>
        </p:nvSpPr>
        <p:spPr>
          <a:xfrm>
            <a:off x="6809256" y="5009126"/>
            <a:ext cx="675822" cy="584775"/>
          </a:xfrm>
          <a:prstGeom prst="rect">
            <a:avLst/>
          </a:prstGeom>
          <a:noFill/>
        </p:spPr>
        <p:txBody>
          <a:bodyPr wrap="square" rtlCol="0">
            <a:spAutoFit/>
          </a:bodyPr>
          <a:lstStyle/>
          <a:p>
            <a:r>
              <a:rPr lang="en-US" altLang="zh-CN" sz="3200" b="1" dirty="0">
                <a:solidFill>
                  <a:srgbClr val="9A0001"/>
                </a:solidFill>
              </a:rPr>
              <a:t>06.</a:t>
            </a:r>
            <a:endParaRPr lang="zh-CN" altLang="en-US" sz="3200" b="1" dirty="0">
              <a:solidFill>
                <a:srgbClr val="9A0001"/>
              </a:solidFill>
            </a:endParaRPr>
          </a:p>
        </p:txBody>
      </p:sp>
      <p:pic>
        <p:nvPicPr>
          <p:cNvPr id="50" name="图片 49"/>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9157210" y="6227103"/>
            <a:ext cx="430646" cy="418821"/>
          </a:xfrm>
          <a:prstGeom prst="rect">
            <a:avLst/>
          </a:prstGeom>
        </p:spPr>
      </p:pic>
      <p:pic>
        <p:nvPicPr>
          <p:cNvPr id="51" name="图片 50"/>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9705169" y="6015028"/>
            <a:ext cx="2667901" cy="842972"/>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66" name="矩形 65"/>
          <p:cNvSpPr/>
          <p:nvPr userDrawn="1"/>
        </p:nvSpPr>
        <p:spPr>
          <a:xfrm>
            <a:off x="0" y="1764872"/>
            <a:ext cx="12192000" cy="3328257"/>
          </a:xfrm>
          <a:prstGeom prst="rect">
            <a:avLst/>
          </a:prstGeom>
          <a:solidFill>
            <a:schemeClr val="accent1"/>
          </a:solidFill>
          <a:ln w="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cxnSp>
        <p:nvCxnSpPr>
          <p:cNvPr id="70" name="直接连接符 69"/>
          <p:cNvCxnSpPr/>
          <p:nvPr/>
        </p:nvCxnSpPr>
        <p:spPr>
          <a:xfrm>
            <a:off x="996403" y="3428999"/>
            <a:ext cx="377398"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4" name="文本占位符 3"/>
          <p:cNvSpPr>
            <a:spLocks noGrp="1"/>
          </p:cNvSpPr>
          <p:nvPr userDrawn="1">
            <p:ph type="title" sz="quarter" hasCustomPrompt="1"/>
          </p:nvPr>
        </p:nvSpPr>
        <p:spPr>
          <a:xfrm>
            <a:off x="882213" y="2552244"/>
            <a:ext cx="7299929" cy="707886"/>
          </a:xfrm>
        </p:spPr>
        <p:txBody>
          <a:bodyPr anchor="ctr" anchorCtr="0">
            <a:normAutofit/>
          </a:bodyPr>
          <a:lstStyle>
            <a:lvl1pPr marL="0" indent="0">
              <a:buFontTx/>
              <a:buNone/>
              <a:defRPr kumimoji="0" lang="zh-CN" altLang="en-US" sz="4000" b="1" i="0" u="none" strike="noStrike" kern="1200" cap="none" spc="0" normalizeH="0" baseline="0" dirty="0" smtClean="0">
                <a:ln>
                  <a:noFill/>
                </a:ln>
                <a:solidFill>
                  <a:prstClr val="white"/>
                </a:solidFill>
                <a:effectLst/>
                <a:uLnTx/>
                <a:uFillTx/>
                <a:latin typeface="Arial" panose="020B0604020202090204"/>
                <a:ea typeface="微软雅黑" charset="-122"/>
                <a:cs typeface="+mn-ea"/>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en-US" altLang="zh-CN" dirty="0"/>
              <a:t>XX</a:t>
            </a:r>
            <a:endParaRPr lang="zh-CN" altLang="en-US" dirty="0"/>
          </a:p>
        </p:txBody>
      </p:sp>
      <p:sp>
        <p:nvSpPr>
          <p:cNvPr id="127" name="文本占位符 3"/>
          <p:cNvSpPr>
            <a:spLocks noGrp="1"/>
          </p:cNvSpPr>
          <p:nvPr>
            <p:ph type="body" sz="quarter" idx="1" hasCustomPrompt="1"/>
          </p:nvPr>
        </p:nvSpPr>
        <p:spPr>
          <a:xfrm>
            <a:off x="882188" y="3684327"/>
            <a:ext cx="7299999" cy="887667"/>
          </a:xfrm>
        </p:spPr>
        <p:txBody>
          <a:bodyPr>
            <a:noAutofit/>
          </a:bodyPr>
          <a:lstStyle>
            <a:lvl1pPr marL="0" indent="0">
              <a:buFontTx/>
              <a:buNone/>
              <a:defRPr lang="zh-CN" altLang="en-US" sz="4800" b="1" kern="1200" spc="400" dirty="0" smtClean="0">
                <a:solidFill>
                  <a:prstClr val="white"/>
                </a:solidFill>
                <a:latin typeface="Arial" panose="020B0604020202090204"/>
                <a:ea typeface="微软雅黑" charset="-122"/>
                <a:cs typeface="+mn-ea"/>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dirty="0"/>
              <a:t>输入标题文本</a:t>
            </a:r>
            <a:endParaRPr lang="zh-CN" altLang="en-US" dirty="0"/>
          </a:p>
        </p:txBody>
      </p:sp>
      <p:pic>
        <p:nvPicPr>
          <p:cNvPr id="128" name="图形 127"/>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863687" y="1559486"/>
            <a:ext cx="5172316" cy="3739027"/>
          </a:xfrm>
          <a:prstGeom prst="rect">
            <a:avLst/>
          </a:prstGeom>
        </p:spPr>
      </p:pic>
      <p:grpSp>
        <p:nvGrpSpPr>
          <p:cNvPr id="62" name="组合 61"/>
          <p:cNvGrpSpPr/>
          <p:nvPr userDrawn="1"/>
        </p:nvGrpSpPr>
        <p:grpSpPr>
          <a:xfrm>
            <a:off x="1654090" y="1145460"/>
            <a:ext cx="1477533" cy="108755"/>
            <a:chOff x="4616246" y="3878362"/>
            <a:chExt cx="5571416" cy="410087"/>
          </a:xfrm>
          <a:solidFill>
            <a:schemeClr val="tx1">
              <a:alpha val="80000"/>
            </a:schemeClr>
          </a:solidFill>
        </p:grpSpPr>
        <p:sp>
          <p:nvSpPr>
            <p:cNvPr id="63"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4"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5"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7"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8"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9"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71"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29"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0"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1"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2"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3"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4"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5"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6"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7"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38" name="组合 137"/>
          <p:cNvGrpSpPr/>
          <p:nvPr userDrawn="1"/>
        </p:nvGrpSpPr>
        <p:grpSpPr>
          <a:xfrm>
            <a:off x="1651541" y="660313"/>
            <a:ext cx="1483481" cy="423973"/>
            <a:chOff x="4606634" y="2048989"/>
            <a:chExt cx="5593843" cy="1598699"/>
          </a:xfrm>
          <a:solidFill>
            <a:schemeClr val="accent1">
              <a:alpha val="80000"/>
            </a:schemeClr>
          </a:solidFill>
        </p:grpSpPr>
        <p:sp>
          <p:nvSpPr>
            <p:cNvPr id="139"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0"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1"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2"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3"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4"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5"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6"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7"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8"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51" name="组合 150"/>
          <p:cNvGrpSpPr/>
          <p:nvPr userDrawn="1"/>
        </p:nvGrpSpPr>
        <p:grpSpPr>
          <a:xfrm>
            <a:off x="882188" y="613507"/>
            <a:ext cx="664422" cy="662874"/>
            <a:chOff x="2105799" y="20055838"/>
            <a:chExt cx="6748090" cy="6732363"/>
          </a:xfrm>
          <a:solidFill>
            <a:schemeClr val="accent1">
              <a:alpha val="80000"/>
            </a:schemeClr>
          </a:solidFill>
        </p:grpSpPr>
        <p:sp>
          <p:nvSpPr>
            <p:cNvPr id="152"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3"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4"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5"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6"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7"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8"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9"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0"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1"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2"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3"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4"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5"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6"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7"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8"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9"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0"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1"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2"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3"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4"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66" name="矩形 65"/>
          <p:cNvSpPr/>
          <p:nvPr userDrawn="1"/>
        </p:nvSpPr>
        <p:spPr>
          <a:xfrm>
            <a:off x="0" y="1764872"/>
            <a:ext cx="12192000" cy="3328257"/>
          </a:xfrm>
          <a:prstGeom prst="rect">
            <a:avLst/>
          </a:prstGeom>
          <a:solidFill>
            <a:schemeClr val="accent1"/>
          </a:solidFill>
          <a:ln w="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sp>
        <p:nvSpPr>
          <p:cNvPr id="63" name="椭圆 62"/>
          <p:cNvSpPr/>
          <p:nvPr/>
        </p:nvSpPr>
        <p:spPr>
          <a:xfrm>
            <a:off x="5197121" y="624817"/>
            <a:ext cx="1826782" cy="1826782"/>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grpSp>
        <p:nvGrpSpPr>
          <p:cNvPr id="64" name="组合 63"/>
          <p:cNvGrpSpPr/>
          <p:nvPr/>
        </p:nvGrpSpPr>
        <p:grpSpPr>
          <a:xfrm>
            <a:off x="5317814" y="741574"/>
            <a:ext cx="1614432" cy="1610666"/>
            <a:chOff x="2105799" y="20055838"/>
            <a:chExt cx="6748090" cy="6732363"/>
          </a:xfrm>
          <a:solidFill>
            <a:schemeClr val="accent1"/>
          </a:solidFill>
        </p:grpSpPr>
        <p:sp>
          <p:nvSpPr>
            <p:cNvPr id="6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7"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8"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9"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1"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29"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0"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1"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2"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3"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4"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5"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6"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7"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8"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9"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0"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1"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2"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3"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4"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5"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6"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grpSp>
      <p:sp>
        <p:nvSpPr>
          <p:cNvPr id="147" name="标题 1"/>
          <p:cNvSpPr>
            <a:spLocks noGrp="1"/>
          </p:cNvSpPr>
          <p:nvPr userDrawn="1">
            <p:ph type="ctrTitle" hasCustomPrompt="1"/>
          </p:nvPr>
        </p:nvSpPr>
        <p:spPr>
          <a:xfrm>
            <a:off x="1615440" y="2929530"/>
            <a:ext cx="8961120" cy="1213643"/>
          </a:xfrm>
          <a:prstGeom prst="rect">
            <a:avLst/>
          </a:prstGeom>
        </p:spPr>
        <p:txBody>
          <a:bodyPr anchor="ctr">
            <a:noAutofit/>
          </a:bodyPr>
          <a:lstStyle>
            <a:lvl1pPr algn="ctr">
              <a:defRPr kumimoji="0" lang="zh-CN" altLang="en-US" sz="6000" b="1" i="0" u="none" strike="noStrike" kern="1200" cap="none" spc="400" normalizeH="0" baseline="0" dirty="0">
                <a:ln>
                  <a:noFill/>
                </a:ln>
                <a:solidFill>
                  <a:prstClr val="white"/>
                </a:solidFill>
                <a:effectLst/>
                <a:uLnTx/>
                <a:uFillTx/>
                <a:latin typeface="Arial" panose="020B0604020202090204"/>
                <a:ea typeface="微软雅黑" charset="-122"/>
                <a:cs typeface="+mn-ea"/>
              </a:defRPr>
            </a:lvl1pPr>
          </a:lstStyle>
          <a:p>
            <a:pPr marL="0" marR="0" lvl="0" indent="0" algn="ctr" defTabSz="914400" rtl="0" eaLnBrk="1" fontAlgn="auto" latinLnBrk="0" hangingPunct="1">
              <a:lnSpc>
                <a:spcPct val="110000"/>
              </a:lnSpc>
              <a:spcBef>
                <a:spcPts val="0"/>
              </a:spcBef>
              <a:spcAft>
                <a:spcPts val="0"/>
              </a:spcAft>
              <a:buClrTx/>
              <a:buSzTx/>
              <a:buFontTx/>
              <a:buNone/>
              <a:defRPr/>
            </a:pPr>
            <a:r>
              <a:rPr lang="zh-CN" altLang="en-US" dirty="0"/>
              <a:t>单击此处编辑结束语</a:t>
            </a:r>
            <a:endParaRPr lang="zh-CN" altLang="en-US" dirty="0"/>
          </a:p>
        </p:txBody>
      </p:sp>
      <p:sp>
        <p:nvSpPr>
          <p:cNvPr id="148" name="副标题 2"/>
          <p:cNvSpPr>
            <a:spLocks noGrp="1"/>
          </p:cNvSpPr>
          <p:nvPr userDrawn="1">
            <p:ph type="subTitle" idx="1" hasCustomPrompt="1"/>
          </p:nvPr>
        </p:nvSpPr>
        <p:spPr>
          <a:xfrm>
            <a:off x="3105150" y="5630308"/>
            <a:ext cx="5981700" cy="360071"/>
          </a:xfrm>
        </p:spPr>
        <p:txBody>
          <a:bodyPr>
            <a:normAutofit/>
          </a:bodyPr>
          <a:lstStyle>
            <a:lvl1pPr marL="0" indent="0" algn="ctr">
              <a:buNone/>
              <a:defRPr lang="zh-CN" altLang="en-US" sz="1800" kern="1200" dirty="0">
                <a:solidFill>
                  <a:prstClr val="black">
                    <a:lumMod val="75000"/>
                    <a:lumOff val="25000"/>
                  </a:prstClr>
                </a:solidFill>
                <a:latin typeface="Arial" panose="020B0604020202090204"/>
                <a:ea typeface="微软雅黑" charset="-122"/>
                <a:cs typeface="+mn-ea"/>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单击此处编辑作者信息</a:t>
            </a:r>
            <a:endParaRPr lang="zh-CN" alt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pic>
        <p:nvPicPr>
          <p:cNvPr id="2" name="图片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pic>
        <p:nvPicPr>
          <p:cNvPr id="2" name="图片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0421" y="6274678"/>
            <a:ext cx="2030279" cy="417600"/>
          </a:xfrm>
          <a:prstGeom prst="rect">
            <a:avLst/>
          </a:prstGeom>
        </p:spPr>
      </p:pic>
      <p:sp>
        <p:nvSpPr>
          <p:cNvPr id="4" name="内容占位符 2"/>
          <p:cNvSpPr>
            <a:spLocks noGrp="1"/>
          </p:cNvSpPr>
          <p:nvPr>
            <p:ph idx="1"/>
          </p:nvPr>
        </p:nvSpPr>
        <p:spPr>
          <a:xfrm>
            <a:off x="838200" y="1105357"/>
            <a:ext cx="10515600" cy="5039090"/>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图片占位3">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sp>
        <p:nvSpPr>
          <p:cNvPr id="3" name="文本占位符 2"/>
          <p:cNvSpPr>
            <a:spLocks noGrp="1"/>
          </p:cNvSpPr>
          <p:nvPr>
            <p:ph type="body" sz="quarter" idx="10" hasCustomPrompt="1"/>
          </p:nvPr>
        </p:nvSpPr>
        <p:spPr>
          <a:xfrm>
            <a:off x="442913" y="1195560"/>
            <a:ext cx="9056687" cy="381629"/>
          </a:xfrm>
        </p:spPr>
        <p:txBody>
          <a:bodyPr vert="horz" lIns="91440" tIns="45720" rIns="91440" bIns="45720" rtlCol="0" anchor="ctr">
            <a:normAutofit/>
          </a:bodyPr>
          <a:lstStyle>
            <a:lvl1pPr>
              <a:defRPr lang="zh-CN" altLang="en-US" sz="2000" b="1" dirty="0" smtClean="0">
                <a:solidFill>
                  <a:schemeClr val="tx1">
                    <a:lumMod val="75000"/>
                    <a:lumOff val="25000"/>
                  </a:schemeClr>
                </a:solidFill>
                <a:cs typeface="+mn-ea"/>
              </a:defRPr>
            </a:lvl1pPr>
          </a:lstStyle>
          <a:p>
            <a:pPr marL="342900" marR="0" lvl="0" indent="-342900" fontAlgn="auto">
              <a:spcBef>
                <a:spcPct val="0"/>
              </a:spcBef>
              <a:spcAft>
                <a:spcPts val="0"/>
              </a:spcAft>
              <a:buClrTx/>
              <a:buSzTx/>
            </a:pPr>
            <a:r>
              <a:rPr lang="zh-CN" altLang="en-US" dirty="0"/>
              <a:t>单击此处输入本页的结论单击此处输入本页的结论单击此处输入本页的结论</a:t>
            </a:r>
            <a:endParaRPr lang="zh-CN" altLang="en-US" dirty="0"/>
          </a:p>
        </p:txBody>
      </p:sp>
      <p:sp>
        <p:nvSpPr>
          <p:cNvPr id="66" name="图片占位符 65"/>
          <p:cNvSpPr>
            <a:spLocks noGrp="1"/>
          </p:cNvSpPr>
          <p:nvPr>
            <p:ph type="pic" sz="quarter" idx="11" hasCustomPrompt="1"/>
          </p:nvPr>
        </p:nvSpPr>
        <p:spPr>
          <a:xfrm>
            <a:off x="4452445" y="1999139"/>
            <a:ext cx="3287111" cy="3287111"/>
          </a:xfrm>
          <a:custGeom>
            <a:avLst/>
            <a:gdLst>
              <a:gd name="connsiteX0" fmla="*/ 1643556 w 3287111"/>
              <a:gd name="connsiteY0" fmla="*/ 0 h 3287111"/>
              <a:gd name="connsiteX1" fmla="*/ 3278627 w 3287111"/>
              <a:gd name="connsiteY1" fmla="*/ 1475512 h 3287111"/>
              <a:gd name="connsiteX2" fmla="*/ 3287111 w 3287111"/>
              <a:gd name="connsiteY2" fmla="*/ 1643536 h 3287111"/>
              <a:gd name="connsiteX3" fmla="*/ 3287111 w 3287111"/>
              <a:gd name="connsiteY3" fmla="*/ 1643576 h 3287111"/>
              <a:gd name="connsiteX4" fmla="*/ 3278627 w 3287111"/>
              <a:gd name="connsiteY4" fmla="*/ 1811600 h 3287111"/>
              <a:gd name="connsiteX5" fmla="*/ 1811600 w 3287111"/>
              <a:gd name="connsiteY5" fmla="*/ 3278627 h 3287111"/>
              <a:gd name="connsiteX6" fmla="*/ 1643576 w 3287111"/>
              <a:gd name="connsiteY6" fmla="*/ 3287111 h 3287111"/>
              <a:gd name="connsiteX7" fmla="*/ 1643537 w 3287111"/>
              <a:gd name="connsiteY7" fmla="*/ 3287111 h 3287111"/>
              <a:gd name="connsiteX8" fmla="*/ 1475512 w 3287111"/>
              <a:gd name="connsiteY8" fmla="*/ 3278627 h 3287111"/>
              <a:gd name="connsiteX9" fmla="*/ 0 w 3287111"/>
              <a:gd name="connsiteY9" fmla="*/ 1643556 h 3287111"/>
              <a:gd name="connsiteX10" fmla="*/ 1643556 w 3287111"/>
              <a:gd name="connsiteY10" fmla="*/ 0 h 3287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287111" h="3287111">
                <a:moveTo>
                  <a:pt x="1643556" y="0"/>
                </a:moveTo>
                <a:cubicBezTo>
                  <a:pt x="2494535" y="0"/>
                  <a:pt x="3194460" y="646739"/>
                  <a:pt x="3278627" y="1475512"/>
                </a:cubicBezTo>
                <a:lnTo>
                  <a:pt x="3287111" y="1643536"/>
                </a:lnTo>
                <a:lnTo>
                  <a:pt x="3287111" y="1643576"/>
                </a:lnTo>
                <a:lnTo>
                  <a:pt x="3278627" y="1811600"/>
                </a:lnTo>
                <a:cubicBezTo>
                  <a:pt x="3200071" y="2585122"/>
                  <a:pt x="2585122" y="3200071"/>
                  <a:pt x="1811600" y="3278627"/>
                </a:cubicBezTo>
                <a:lnTo>
                  <a:pt x="1643576" y="3287111"/>
                </a:lnTo>
                <a:lnTo>
                  <a:pt x="1643537" y="3287111"/>
                </a:lnTo>
                <a:lnTo>
                  <a:pt x="1475512" y="3278627"/>
                </a:lnTo>
                <a:cubicBezTo>
                  <a:pt x="646739" y="3194460"/>
                  <a:pt x="0" y="2494535"/>
                  <a:pt x="0" y="1643556"/>
                </a:cubicBezTo>
                <a:cubicBezTo>
                  <a:pt x="0" y="735845"/>
                  <a:pt x="735845" y="0"/>
                  <a:pt x="1643556" y="0"/>
                </a:cubicBezTo>
                <a:close/>
              </a:path>
            </a:pathLst>
          </a:custGeom>
        </p:spPr>
        <p:txBody>
          <a:bodyPr wrap="square" anchor="ctr">
            <a:noAutofit/>
          </a:bodyPr>
          <a:lstStyle>
            <a:lvl1pPr algn="ctr">
              <a:defRPr/>
            </a:lvl1pPr>
          </a:lstStyle>
          <a:p>
            <a:r>
              <a:rPr lang="zh-CN" altLang="en-US" dirty="0"/>
              <a:t>点击此处修改图片</a:t>
            </a:r>
            <a:endParaRPr lang="zh-CN" altLang="en-US" dirty="0"/>
          </a:p>
        </p:txBody>
      </p:sp>
      <p:pic>
        <p:nvPicPr>
          <p:cNvPr id="2" name="图片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图片占位4">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2" name="图片占位符 1"/>
          <p:cNvSpPr>
            <a:spLocks noGrp="1"/>
          </p:cNvSpPr>
          <p:nvPr>
            <p:ph type="pic" idx="10" hasCustomPrompt="1"/>
          </p:nvPr>
        </p:nvSpPr>
        <p:spPr>
          <a:xfrm>
            <a:off x="1054101" y="1916642"/>
            <a:ext cx="4542217" cy="3568065"/>
          </a:xfrm>
          <a:ln>
            <a:noFill/>
          </a:ln>
          <a:effectLst>
            <a:outerShdw blurRad="190500" algn="tl" rotWithShape="0">
              <a:srgbClr val="000000">
                <a:alpha val="70000"/>
              </a:srgbClr>
            </a:outerShdw>
          </a:effectLst>
        </p:spPr>
        <p:txBody>
          <a:bodyPr anchor="ctr">
            <a:normAutofit/>
          </a:bodyPr>
          <a:lstStyle>
            <a:lvl1pPr marL="228600" indent="-228600" algn="ctr" defTabSz="914400" rtl="0" eaLnBrk="1" latinLnBrk="0" hangingPunct="1">
              <a:lnSpc>
                <a:spcPct val="90000"/>
              </a:lnSpc>
              <a:spcBef>
                <a:spcPts val="1000"/>
              </a:spcBef>
              <a:buFont typeface="Arial" panose="020B0604020202090204" pitchFamily="34" charset="0"/>
              <a:buChar char="•"/>
              <a:defRPr lang="zh-CN" altLang="en-US" sz="2800" kern="1200" dirty="0">
                <a:solidFill>
                  <a:schemeClr val="tx1"/>
                </a:solidFill>
                <a:latin typeface="+mn-ea"/>
                <a:ea typeface="+mn-ea"/>
                <a:cs typeface="+mn-cs"/>
              </a:defRPr>
            </a:lvl1pPr>
          </a:lstStyle>
          <a:p>
            <a:r>
              <a:rPr lang="zh-CN" altLang="en-US" dirty="0"/>
              <a:t>单击此处修改图片</a:t>
            </a:r>
            <a:endParaRPr lang="zh-CN" altLang="en-US" dirty="0"/>
          </a:p>
        </p:txBody>
      </p:sp>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图片占位5">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2" name="图片占位符 1"/>
          <p:cNvSpPr>
            <a:spLocks noGrp="1"/>
          </p:cNvSpPr>
          <p:nvPr>
            <p:ph type="pic" idx="10" hasCustomPrompt="1"/>
          </p:nvPr>
        </p:nvSpPr>
        <p:spPr>
          <a:xfrm>
            <a:off x="977935" y="1396022"/>
            <a:ext cx="1960330" cy="1957820"/>
          </a:xfr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
        <p:nvSpPr>
          <p:cNvPr id="3" name="图片占位符 2"/>
          <p:cNvSpPr>
            <a:spLocks noGrp="1"/>
          </p:cNvSpPr>
          <p:nvPr>
            <p:ph type="pic" sz="quarter" idx="11" hasCustomPrompt="1"/>
          </p:nvPr>
        </p:nvSpPr>
        <p:spPr>
          <a:xfrm>
            <a:off x="3741006" y="1396022"/>
            <a:ext cx="1951941" cy="1957820"/>
          </a:xfrm>
          <a:prstGeom prst="rect">
            <a:avLst/>
          </a:prstGeo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
        <p:nvSpPr>
          <p:cNvPr id="4" name="图片占位符 3"/>
          <p:cNvSpPr>
            <a:spLocks noGrp="1"/>
          </p:cNvSpPr>
          <p:nvPr>
            <p:ph type="pic" sz="quarter" idx="12" hasCustomPrompt="1"/>
          </p:nvPr>
        </p:nvSpPr>
        <p:spPr>
          <a:xfrm>
            <a:off x="6495686" y="1396022"/>
            <a:ext cx="1957818" cy="1957818"/>
          </a:xfrm>
          <a:prstGeom prst="rect">
            <a:avLst/>
          </a:prstGeo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
        <p:nvSpPr>
          <p:cNvPr id="5" name="图片占位符 4"/>
          <p:cNvSpPr>
            <a:spLocks noGrp="1"/>
          </p:cNvSpPr>
          <p:nvPr>
            <p:ph type="pic" sz="quarter" idx="13" hasCustomPrompt="1"/>
          </p:nvPr>
        </p:nvSpPr>
        <p:spPr>
          <a:xfrm>
            <a:off x="9256243" y="1396022"/>
            <a:ext cx="1957820" cy="1957820"/>
          </a:xfrm>
          <a:prstGeom prst="rect">
            <a:avLst/>
          </a:prstGeo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图片占位6">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sp>
        <p:nvSpPr>
          <p:cNvPr id="3" name="文本占位符 2"/>
          <p:cNvSpPr>
            <a:spLocks noGrp="1"/>
          </p:cNvSpPr>
          <p:nvPr>
            <p:ph type="body" sz="quarter" idx="10" hasCustomPrompt="1"/>
          </p:nvPr>
        </p:nvSpPr>
        <p:spPr>
          <a:xfrm>
            <a:off x="442913" y="944610"/>
            <a:ext cx="9056687" cy="381629"/>
          </a:xfrm>
        </p:spPr>
        <p:txBody>
          <a:bodyPr vert="horz" lIns="91440" tIns="45720" rIns="91440" bIns="45720" rtlCol="0" anchor="ctr">
            <a:normAutofit/>
          </a:bodyPr>
          <a:lstStyle>
            <a:lvl1pPr>
              <a:defRPr lang="zh-CN" altLang="en-US" sz="2000" b="1" dirty="0" smtClean="0">
                <a:solidFill>
                  <a:schemeClr val="tx1">
                    <a:lumMod val="75000"/>
                    <a:lumOff val="25000"/>
                  </a:schemeClr>
                </a:solidFill>
                <a:cs typeface="+mn-ea"/>
              </a:defRPr>
            </a:lvl1pPr>
          </a:lstStyle>
          <a:p>
            <a:pPr marL="342900" marR="0" lvl="0" indent="-342900" fontAlgn="auto">
              <a:spcBef>
                <a:spcPct val="0"/>
              </a:spcBef>
              <a:spcAft>
                <a:spcPts val="0"/>
              </a:spcAft>
              <a:buClrTx/>
              <a:buSzTx/>
            </a:pPr>
            <a:r>
              <a:rPr lang="zh-CN" altLang="en-US" dirty="0"/>
              <a:t>单击此处输入本页的结论单击此处输入本页的结论单击此处输入本页的结论</a:t>
            </a:r>
            <a:endParaRPr lang="zh-CN" altLang="en-US" dirty="0"/>
          </a:p>
        </p:txBody>
      </p:sp>
      <p:sp>
        <p:nvSpPr>
          <p:cNvPr id="2" name="图片占位符 1"/>
          <p:cNvSpPr>
            <a:spLocks noGrp="1"/>
          </p:cNvSpPr>
          <p:nvPr>
            <p:ph type="pic" sz="quarter" idx="11" hasCustomPrompt="1"/>
          </p:nvPr>
        </p:nvSpPr>
        <p:spPr>
          <a:xfrm>
            <a:off x="6291124" y="1821181"/>
            <a:ext cx="3733535" cy="3733535"/>
          </a:xfrm>
          <a:prstGeom prst="rect">
            <a:avLst/>
          </a:prstGeom>
        </p:spPr>
        <p:txBody>
          <a:bodyPr vert="horz" lIns="91440" tIns="45720" rIns="91440" bIns="45720" rtlCol="0" anchor="ctr">
            <a:normAutofit/>
          </a:bodyPr>
          <a:lstStyle>
            <a:lvl1pPr>
              <a:defRPr lang="zh-CN" altLang="en-US"/>
            </a:lvl1pPr>
          </a:lstStyle>
          <a:p>
            <a:pPr lvl="0" algn="ctr"/>
            <a:r>
              <a:rPr lang="zh-CN" altLang="en-US" dirty="0"/>
              <a:t>单击此处修改图片</a:t>
            </a:r>
            <a:endParaRPr lang="zh-CN" altLang="en-US" dirty="0"/>
          </a:p>
        </p:txBody>
      </p:sp>
      <p:pic>
        <p:nvPicPr>
          <p:cNvPr id="4" name="图片 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图片占位7">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2" name="图片占位符 1"/>
          <p:cNvSpPr>
            <a:spLocks noGrp="1"/>
          </p:cNvSpPr>
          <p:nvPr>
            <p:ph type="pic" idx="10"/>
          </p:nvPr>
        </p:nvSpPr>
        <p:spPr>
          <a:xfrm>
            <a:off x="2546350" y="1186670"/>
            <a:ext cx="6170930" cy="2242330"/>
          </a:xfrm>
        </p:spPr>
        <p:txBody>
          <a:bodyPr/>
          <a:lstStyle/>
          <a:p>
            <a:endParaRPr lang="zh-CN" altLang="en-US"/>
          </a:p>
        </p:txBody>
      </p:sp>
      <p:sp>
        <p:nvSpPr>
          <p:cNvPr id="3" name="图片占位符 2"/>
          <p:cNvSpPr>
            <a:spLocks noGrp="1"/>
          </p:cNvSpPr>
          <p:nvPr>
            <p:ph type="pic" sz="quarter" idx="11"/>
          </p:nvPr>
        </p:nvSpPr>
        <p:spPr>
          <a:xfrm>
            <a:off x="2546350" y="3551651"/>
            <a:ext cx="3022600" cy="2401016"/>
          </a:xfrm>
          <a:prstGeom prst="rect">
            <a:avLst/>
          </a:prstGeom>
        </p:spPr>
        <p:txBody>
          <a:bodyPr/>
          <a:lstStyle/>
          <a:p>
            <a:endParaRPr lang="zh-CN" altLang="en-US"/>
          </a:p>
        </p:txBody>
      </p:sp>
      <p:sp>
        <p:nvSpPr>
          <p:cNvPr id="4" name="图片占位符 3"/>
          <p:cNvSpPr>
            <a:spLocks noGrp="1"/>
          </p:cNvSpPr>
          <p:nvPr>
            <p:ph type="pic" sz="quarter" idx="12"/>
          </p:nvPr>
        </p:nvSpPr>
        <p:spPr>
          <a:xfrm>
            <a:off x="5693412" y="3550560"/>
            <a:ext cx="3023869" cy="2403201"/>
          </a:xfrm>
          <a:prstGeom prst="rect">
            <a:avLst/>
          </a:prstGeom>
        </p:spPr>
        <p:txBody>
          <a:bodyPr/>
          <a:lstStyle/>
          <a:p>
            <a:endParaRPr lang="zh-CN" altLang="en-US"/>
          </a:p>
        </p:txBody>
      </p:sp>
      <p:sp>
        <p:nvSpPr>
          <p:cNvPr id="5" name="图片占位符 4"/>
          <p:cNvSpPr>
            <a:spLocks noGrp="1"/>
          </p:cNvSpPr>
          <p:nvPr>
            <p:ph type="pic" sz="quarter" idx="13"/>
          </p:nvPr>
        </p:nvSpPr>
        <p:spPr>
          <a:xfrm>
            <a:off x="8839200" y="1186670"/>
            <a:ext cx="2499360" cy="4767090"/>
          </a:xfrm>
          <a:prstGeom prst="rect">
            <a:avLst/>
          </a:prstGeom>
        </p:spPr>
        <p:txBody>
          <a:bodyPr/>
          <a:lstStyle/>
          <a:p>
            <a:endParaRPr lang="zh-CN" altLang="en-US"/>
          </a:p>
        </p:txBody>
      </p:sp>
      <p:pic>
        <p:nvPicPr>
          <p:cNvPr id="6" name="图片 5"/>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图片占位8">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2" name="图片占位符 1"/>
          <p:cNvSpPr>
            <a:spLocks noGrp="1"/>
          </p:cNvSpPr>
          <p:nvPr>
            <p:ph type="pic" idx="10"/>
          </p:nvPr>
        </p:nvSpPr>
        <p:spPr>
          <a:xfrm>
            <a:off x="5627650" y="1131849"/>
            <a:ext cx="2386361" cy="5157440"/>
          </a:xfrm>
          <a:prstGeom prst="roundRect">
            <a:avLst>
              <a:gd name="adj" fmla="val 10149"/>
            </a:avLst>
          </a:prstGeom>
        </p:spPr>
        <p:txBody>
          <a:bodyPr anchor="ctr"/>
          <a:lstStyle/>
          <a:p>
            <a:endParaRPr lang="zh-CN" altLang="en-US"/>
          </a:p>
        </p:txBody>
      </p:sp>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cSld name="Two Content">
    <p:spTree>
      <p:nvGrpSpPr>
        <p:cNvPr id="1" name=""/>
        <p:cNvGrpSpPr/>
        <p:nvPr/>
      </p:nvGrpSpPr>
      <p:grpSpPr>
        <a:xfrm>
          <a:off x="0" y="0"/>
          <a:ext cx="0" cy="0"/>
          <a:chOff x="0" y="0"/>
          <a:chExt cx="0" cy="0"/>
        </a:xfrm>
      </p:grpSpPr>
      <p:sp>
        <p:nvSpPr>
          <p:cNvPr id="2" name="标题 1"/>
          <p:cNvSpPr>
            <a:spLocks noGrp="1"/>
          </p:cNvSpPr>
          <p:nvPr>
            <p:ph type="title"/>
          </p:nvPr>
        </p:nvSpPr>
        <p:spPr>
          <a:xfrm>
            <a:off x="838200" y="365125"/>
            <a:ext cx="10515600" cy="1325563"/>
          </a:xfrm>
          <a:prstGeom prst="rect">
            <a:avLst/>
          </a:prstGeom>
        </p:spPr>
        <p:txBody>
          <a:bodyPr/>
          <a:lstStyle/>
          <a:p>
            <a:r>
              <a:rPr lang="zh-CN" altLang="en-US"/>
              <a:t>单击此处编辑母版标题样式</a:t>
            </a:r>
            <a:endParaRPr lang="zh-CN" altLang="en-US"/>
          </a:p>
        </p:txBody>
      </p:sp>
      <p:sp>
        <p:nvSpPr>
          <p:cNvPr id="3" name="内容占位符 2"/>
          <p:cNvSpPr>
            <a:spLocks noGrp="1"/>
          </p:cNvSpPr>
          <p:nvPr>
            <p:ph idx="1"/>
          </p:nvPr>
        </p:nvSpPr>
        <p:spPr>
          <a:xfrm>
            <a:off x="838200" y="1825625"/>
            <a:ext cx="5157800" cy="4897175"/>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99" name="内容占位符 2"/>
          <p:cNvSpPr>
            <a:spLocks noGrp="1"/>
          </p:cNvSpPr>
          <p:nvPr>
            <p:ph idx="2"/>
          </p:nvPr>
        </p:nvSpPr>
        <p:spPr>
          <a:xfrm>
            <a:off x="6196000" y="1825625"/>
            <a:ext cx="5157800" cy="4897175"/>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日期占位符 3"/>
          <p:cNvSpPr>
            <a:spLocks noGrp="1"/>
          </p:cNvSpPr>
          <p:nvPr>
            <p:ph type="dt" sz="half" idx="10"/>
          </p:nvPr>
        </p:nvSpPr>
        <p:spPr/>
        <p:txBody>
          <a:bodyPr/>
          <a:lstStyle/>
          <a:p>
            <a:fld id="{594A9DF5-8618-4241-9691-06C510EE1564}"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44E4388-2A30-4688-9588-124A9367CB1C}" type="slidenum">
              <a:rPr lang="zh-CN" altLang="en-US" smtClean="0"/>
            </a:fld>
            <a:endParaRPr lang="zh-CN" alt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封面-1">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stretch>
            <a:fillRect/>
          </a:stretch>
        </p:blipFill>
        <p:spPr>
          <a:xfrm>
            <a:off x="0" y="0"/>
            <a:ext cx="12192000" cy="3357217"/>
          </a:xfrm>
          <a:prstGeom prst="rect">
            <a:avLst/>
          </a:prstGeom>
        </p:spPr>
      </p:pic>
      <p:sp>
        <p:nvSpPr>
          <p:cNvPr id="4" name="矩形 3"/>
          <p:cNvSpPr/>
          <p:nvPr userDrawn="1"/>
        </p:nvSpPr>
        <p:spPr>
          <a:xfrm>
            <a:off x="-800" y="-7913"/>
            <a:ext cx="12192000" cy="3361208"/>
          </a:xfrm>
          <a:prstGeom prst="rect">
            <a:avLst/>
          </a:prstGeom>
          <a:solidFill>
            <a:srgbClr val="9A0001">
              <a:alpha val="23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椭圆 4"/>
          <p:cNvSpPr/>
          <p:nvPr userDrawn="1"/>
        </p:nvSpPr>
        <p:spPr>
          <a:xfrm>
            <a:off x="5303520" y="2562096"/>
            <a:ext cx="1584960" cy="158496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6" name="组合 5"/>
          <p:cNvGrpSpPr/>
          <p:nvPr userDrawn="1"/>
        </p:nvGrpSpPr>
        <p:grpSpPr>
          <a:xfrm>
            <a:off x="5410200" y="2670375"/>
            <a:ext cx="1371600" cy="1368402"/>
            <a:chOff x="2105799" y="20055838"/>
            <a:chExt cx="6748090" cy="6732363"/>
          </a:xfrm>
          <a:solidFill>
            <a:srgbClr val="8B0012">
              <a:alpha val="80000"/>
            </a:srgbClr>
          </a:solidFill>
        </p:grpSpPr>
        <p:sp>
          <p:nvSpPr>
            <p:cNvPr id="7"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8"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9"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0"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1"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2"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3"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4"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5"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6"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7"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8"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9"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0"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1"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2"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3"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4"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5"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6"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7"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8"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9"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grpSp>
      <p:sp>
        <p:nvSpPr>
          <p:cNvPr id="36" name="文本占位符 35"/>
          <p:cNvSpPr>
            <a:spLocks noGrp="1"/>
          </p:cNvSpPr>
          <p:nvPr userDrawn="1">
            <p:ph type="body" sz="quarter" idx="10" hasCustomPrompt="1"/>
          </p:nvPr>
        </p:nvSpPr>
        <p:spPr>
          <a:xfrm>
            <a:off x="1606550" y="4264178"/>
            <a:ext cx="8975725" cy="781050"/>
          </a:xfrm>
        </p:spPr>
        <p:txBody>
          <a:bodyPr>
            <a:normAutofit/>
          </a:bodyPr>
          <a:lstStyle>
            <a:lvl1pPr marL="0" indent="0" algn="ctr" defTabSz="914400" rtl="0" eaLnBrk="1" latinLnBrk="0" hangingPunct="1">
              <a:lnSpc>
                <a:spcPct val="120000"/>
              </a:lnSpc>
              <a:buNone/>
              <a:defRPr lang="zh-CN" altLang="en-US" sz="4000" b="1" kern="1200" spc="300">
                <a:solidFill>
                  <a:schemeClr val="tx1">
                    <a:lumMod val="85000"/>
                    <a:lumOff val="15000"/>
                  </a:schemeClr>
                </a:solidFill>
                <a:latin typeface="+mn-lt"/>
                <a:ea typeface="微软雅黑" charset="-122"/>
                <a:cs typeface="微软雅黑" charset="-122"/>
              </a:defRPr>
            </a:lvl1pPr>
          </a:lstStyle>
          <a:p>
            <a:pPr algn="ctr">
              <a:lnSpc>
                <a:spcPct val="120000"/>
              </a:lnSpc>
              <a:defRPr/>
            </a:pPr>
            <a:r>
              <a:rPr lang="zh-CN" altLang="en-US"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rPr>
              <a:t>北京大学学术答辩通用</a:t>
            </a:r>
            <a:r>
              <a:rPr lang="en-US" altLang="zh-CN"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rPr>
              <a:t>PPT</a:t>
            </a:r>
            <a:r>
              <a:rPr lang="zh-CN" altLang="en-US"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rPr>
              <a:t>模板</a:t>
            </a:r>
            <a:endParaRPr lang="zh-CN" altLang="en-US"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endParaRPr>
          </a:p>
        </p:txBody>
      </p:sp>
      <p:sp>
        <p:nvSpPr>
          <p:cNvPr id="41" name="文本占位符 37"/>
          <p:cNvSpPr>
            <a:spLocks noGrp="1"/>
          </p:cNvSpPr>
          <p:nvPr>
            <p:ph type="body" sz="quarter" idx="11" hasCustomPrompt="1"/>
          </p:nvPr>
        </p:nvSpPr>
        <p:spPr>
          <a:xfrm>
            <a:off x="2244991" y="5389156"/>
            <a:ext cx="1987550" cy="341632"/>
          </a:xfrm>
          <a:noFill/>
        </p:spPr>
        <p:txBody>
          <a:bodyPr wrap="square" rtlCol="0">
            <a:spAutoFit/>
          </a:bodyPr>
          <a:lstStyle>
            <a:lvl1pPr marL="0" indent="0">
              <a:buNone/>
              <a:defRPr lang="zh-CN" altLang="en-US" sz="1800" dirty="0">
                <a:solidFill>
                  <a:srgbClr val="222A35"/>
                </a:solidFill>
                <a:latin typeface="微软雅黑" charset="-122"/>
                <a:ea typeface="微软雅黑" charset="-122"/>
              </a:defRPr>
            </a:lvl1pPr>
          </a:lstStyle>
          <a:p>
            <a:pPr marL="0" lvl="0"/>
            <a:r>
              <a:rPr lang="zh-CN" altLang="en-US" dirty="0"/>
              <a:t>答辩人：</a:t>
            </a:r>
            <a:r>
              <a:rPr lang="en-US" altLang="zh-CN" dirty="0"/>
              <a:t>XXX</a:t>
            </a:r>
            <a:endParaRPr lang="zh-CN" altLang="en-US" dirty="0"/>
          </a:p>
        </p:txBody>
      </p:sp>
      <p:sp>
        <p:nvSpPr>
          <p:cNvPr id="42" name="文本占位符 37"/>
          <p:cNvSpPr>
            <a:spLocks noGrp="1"/>
          </p:cNvSpPr>
          <p:nvPr>
            <p:ph type="body" sz="quarter" idx="12" hasCustomPrompt="1"/>
          </p:nvPr>
        </p:nvSpPr>
        <p:spPr>
          <a:xfrm>
            <a:off x="5102225" y="5389156"/>
            <a:ext cx="1987550" cy="341632"/>
          </a:xfrm>
          <a:noFill/>
        </p:spPr>
        <p:txBody>
          <a:bodyPr wrap="square" rtlCol="0">
            <a:spAutoFit/>
          </a:bodyPr>
          <a:lstStyle>
            <a:lvl1pPr marL="0" indent="0" algn="ctr">
              <a:buNone/>
              <a:defRPr lang="zh-CN" altLang="en-US" sz="1800" dirty="0">
                <a:solidFill>
                  <a:srgbClr val="222A35"/>
                </a:solidFill>
                <a:latin typeface="微软雅黑" charset="-122"/>
                <a:ea typeface="微软雅黑" charset="-122"/>
              </a:defRPr>
            </a:lvl1pPr>
          </a:lstStyle>
          <a:p>
            <a:pPr marL="0" lvl="0"/>
            <a:r>
              <a:rPr lang="zh-CN" altLang="en-US" dirty="0"/>
              <a:t>指导教师：</a:t>
            </a:r>
            <a:r>
              <a:rPr lang="en-US" altLang="zh-CN" dirty="0"/>
              <a:t>XXX</a:t>
            </a:r>
            <a:endParaRPr lang="zh-CN" altLang="en-US" dirty="0"/>
          </a:p>
        </p:txBody>
      </p:sp>
      <p:sp>
        <p:nvSpPr>
          <p:cNvPr id="43" name="文本占位符 37"/>
          <p:cNvSpPr>
            <a:spLocks noGrp="1"/>
          </p:cNvSpPr>
          <p:nvPr>
            <p:ph type="body" sz="quarter" idx="13" hasCustomPrompt="1"/>
          </p:nvPr>
        </p:nvSpPr>
        <p:spPr>
          <a:xfrm>
            <a:off x="7959460" y="5389156"/>
            <a:ext cx="1987550" cy="341632"/>
          </a:xfrm>
          <a:noFill/>
        </p:spPr>
        <p:txBody>
          <a:bodyPr wrap="square" rtlCol="0">
            <a:spAutoFit/>
          </a:bodyPr>
          <a:lstStyle>
            <a:lvl1pPr marL="0" indent="0" algn="r">
              <a:buNone/>
              <a:defRPr lang="zh-CN" altLang="en-US" sz="1800" dirty="0">
                <a:solidFill>
                  <a:srgbClr val="222A35"/>
                </a:solidFill>
                <a:latin typeface="微软雅黑" charset="-122"/>
                <a:ea typeface="微软雅黑" charset="-122"/>
              </a:defRPr>
            </a:lvl1pPr>
          </a:lstStyle>
          <a:p>
            <a:pPr marL="0" lvl="0"/>
            <a:r>
              <a:rPr lang="zh-CN" altLang="en-US" dirty="0"/>
              <a:t>院系：</a:t>
            </a:r>
            <a:r>
              <a:rPr lang="en-US" altLang="zh-CN" dirty="0"/>
              <a:t>XXX</a:t>
            </a:r>
            <a:endParaRPr lang="zh-CN" alt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目录-4部分">
    <p:spTree>
      <p:nvGrpSpPr>
        <p:cNvPr id="1" name=""/>
        <p:cNvGrpSpPr/>
        <p:nvPr/>
      </p:nvGrpSpPr>
      <p:grpSpPr>
        <a:xfrm>
          <a:off x="0" y="0"/>
          <a:ext cx="0" cy="0"/>
          <a:chOff x="0" y="0"/>
          <a:chExt cx="0" cy="0"/>
        </a:xfrm>
      </p:grpSpPr>
      <p:sp>
        <p:nvSpPr>
          <p:cNvPr id="55" name="矩形 54"/>
          <p:cNvSpPr/>
          <p:nvPr userDrawn="1"/>
        </p:nvSpPr>
        <p:spPr>
          <a:xfrm>
            <a:off x="-1" y="0"/>
            <a:ext cx="6096001"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pic>
        <p:nvPicPr>
          <p:cNvPr id="35" name="图形 34"/>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601832" y="3365787"/>
            <a:ext cx="6665290" cy="4818286"/>
          </a:xfrm>
          <a:prstGeom prst="rect">
            <a:avLst/>
          </a:prstGeom>
        </p:spPr>
      </p:pic>
      <p:sp>
        <p:nvSpPr>
          <p:cNvPr id="7" name="矩形 6"/>
          <p:cNvSpPr/>
          <p:nvPr userDrawn="1"/>
        </p:nvSpPr>
        <p:spPr>
          <a:xfrm>
            <a:off x="589281" y="476251"/>
            <a:ext cx="11013440" cy="5905500"/>
          </a:xfrm>
          <a:prstGeom prst="rect">
            <a:avLst/>
          </a:prstGeom>
          <a:solidFill>
            <a:schemeClr val="bg1"/>
          </a:solidFill>
          <a:ln>
            <a:noFill/>
          </a:ln>
          <a:effectLst>
            <a:glow rad="101600">
              <a:schemeClr val="tx1">
                <a:alpha val="1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grpSp>
        <p:nvGrpSpPr>
          <p:cNvPr id="8" name="组合 7"/>
          <p:cNvGrpSpPr/>
          <p:nvPr userDrawn="1"/>
        </p:nvGrpSpPr>
        <p:grpSpPr>
          <a:xfrm>
            <a:off x="2296213" y="1033221"/>
            <a:ext cx="2354895" cy="1876405"/>
            <a:chOff x="2202591" y="1033221"/>
            <a:chExt cx="2354895" cy="1876405"/>
          </a:xfrm>
        </p:grpSpPr>
        <p:sp>
          <p:nvSpPr>
            <p:cNvPr id="9" name="标题 1"/>
            <p:cNvSpPr txBox="1"/>
            <p:nvPr/>
          </p:nvSpPr>
          <p:spPr>
            <a:xfrm>
              <a:off x="2202591" y="1033221"/>
              <a:ext cx="2165279" cy="1500655"/>
            </a:xfrm>
            <a:prstGeom prst="rect">
              <a:avLst/>
            </a:prstGeom>
          </p:spPr>
          <p:txBody>
            <a:bodyPr anchor="ctr">
              <a:normAutofit/>
            </a:bodyPr>
            <a:lstStyle>
              <a:lvl1pPr algn="l" defTabSz="914400" rtl="0" eaLnBrk="1" latinLnBrk="0" hangingPunct="1">
                <a:lnSpc>
                  <a:spcPct val="90000"/>
                </a:lnSpc>
                <a:spcBef>
                  <a:spcPct val="0"/>
                </a:spcBef>
                <a:buNone/>
                <a:defRPr sz="2800" b="1" kern="1200">
                  <a:solidFill>
                    <a:srgbClr val="0070C0"/>
                  </a:solidFill>
                  <a:latin typeface="+mj-lt"/>
                  <a:ea typeface="微软雅黑" charset="-122"/>
                  <a:cs typeface="+mj-cs"/>
                </a:defRPr>
              </a:lvl1pPr>
            </a:lstStyle>
            <a:p>
              <a:pPr marL="0" marR="0" lvl="0" indent="0" algn="ctr" defTabSz="914400" rtl="0" eaLnBrk="1" fontAlgn="auto" latinLnBrk="0" hangingPunct="1">
                <a:lnSpc>
                  <a:spcPct val="90000"/>
                </a:lnSpc>
                <a:spcBef>
                  <a:spcPct val="0"/>
                </a:spcBef>
                <a:spcAft>
                  <a:spcPts val="0"/>
                </a:spcAft>
                <a:buClrTx/>
                <a:buSzTx/>
                <a:buFontTx/>
                <a:buNone/>
                <a:defRPr/>
              </a:pPr>
              <a:r>
                <a:rPr kumimoji="0" lang="zh-CN" altLang="en-US"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rPr>
                <a:t>目  录</a:t>
              </a:r>
              <a:endParaRPr kumimoji="0" lang="en-US" altLang="zh-CN"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endParaRPr>
            </a:p>
          </p:txBody>
        </p:sp>
        <p:sp>
          <p:nvSpPr>
            <p:cNvPr id="10" name="文本框 9"/>
            <p:cNvSpPr txBox="1"/>
            <p:nvPr/>
          </p:nvSpPr>
          <p:spPr>
            <a:xfrm>
              <a:off x="2389402" y="2078629"/>
              <a:ext cx="2168084"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rPr>
                <a:t>CONTENTS</a:t>
              </a:r>
              <a:endParaRPr kumimoji="0" lang="zh-CN" altLang="en-US"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endParaRPr>
            </a:p>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2400" b="0" i="0" u="none" strike="noStrike" kern="1200" cap="none" spc="-20" normalizeH="0" baseline="0" noProof="0" dirty="0">
                <a:ln>
                  <a:noFill/>
                </a:ln>
                <a:solidFill>
                  <a:schemeClr val="accent1"/>
                </a:solidFill>
                <a:effectLst/>
                <a:uLnTx/>
                <a:uFillTx/>
                <a:latin typeface="Arial" panose="020B0604020202090204"/>
                <a:ea typeface="微软雅黑" charset="-122"/>
                <a:cs typeface="+mn-ea"/>
                <a:sym typeface="+mn-lt"/>
              </a:endParaRPr>
            </a:p>
          </p:txBody>
        </p:sp>
      </p:grpSp>
      <p:sp>
        <p:nvSpPr>
          <p:cNvPr id="45" name="文本占位符 40"/>
          <p:cNvSpPr>
            <a:spLocks noGrp="1"/>
          </p:cNvSpPr>
          <p:nvPr>
            <p:ph type="body" sz="quarter" idx="10" hasCustomPrompt="1"/>
          </p:nvPr>
        </p:nvSpPr>
        <p:spPr>
          <a:xfrm>
            <a:off x="7825514" y="1561152"/>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6" name="文本占位符 40"/>
          <p:cNvSpPr>
            <a:spLocks noGrp="1"/>
          </p:cNvSpPr>
          <p:nvPr>
            <p:ph type="body" sz="quarter" idx="11" hasCustomPrompt="1"/>
          </p:nvPr>
        </p:nvSpPr>
        <p:spPr>
          <a:xfrm>
            <a:off x="7825514" y="2650906"/>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7" name="文本占位符 40"/>
          <p:cNvSpPr>
            <a:spLocks noGrp="1"/>
          </p:cNvSpPr>
          <p:nvPr>
            <p:ph type="body" sz="quarter" idx="12" hasCustomPrompt="1"/>
          </p:nvPr>
        </p:nvSpPr>
        <p:spPr>
          <a:xfrm>
            <a:off x="7825514" y="3740660"/>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9" name="文本占位符 40"/>
          <p:cNvSpPr>
            <a:spLocks noGrp="1"/>
          </p:cNvSpPr>
          <p:nvPr>
            <p:ph type="body" sz="quarter" idx="14" hasCustomPrompt="1"/>
          </p:nvPr>
        </p:nvSpPr>
        <p:spPr>
          <a:xfrm>
            <a:off x="7825514" y="4830414"/>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50" name="文本框 49"/>
          <p:cNvSpPr txBox="1"/>
          <p:nvPr userDrawn="1"/>
        </p:nvSpPr>
        <p:spPr>
          <a:xfrm>
            <a:off x="6814866" y="1512604"/>
            <a:ext cx="675822" cy="584775"/>
          </a:xfrm>
          <a:prstGeom prst="rect">
            <a:avLst/>
          </a:prstGeom>
          <a:noFill/>
        </p:spPr>
        <p:txBody>
          <a:bodyPr wrap="square" rtlCol="0">
            <a:spAutoFit/>
          </a:bodyPr>
          <a:lstStyle/>
          <a:p>
            <a:r>
              <a:rPr lang="en-US" altLang="zh-CN" sz="3200" b="1" dirty="0">
                <a:solidFill>
                  <a:srgbClr val="9A0001"/>
                </a:solidFill>
              </a:rPr>
              <a:t>01.</a:t>
            </a:r>
            <a:endParaRPr lang="zh-CN" altLang="en-US" sz="3200" b="1" dirty="0">
              <a:solidFill>
                <a:srgbClr val="9A0001"/>
              </a:solidFill>
            </a:endParaRPr>
          </a:p>
        </p:txBody>
      </p:sp>
      <p:sp>
        <p:nvSpPr>
          <p:cNvPr id="51" name="文本框 50"/>
          <p:cNvSpPr txBox="1"/>
          <p:nvPr userDrawn="1"/>
        </p:nvSpPr>
        <p:spPr>
          <a:xfrm>
            <a:off x="6814866" y="2596050"/>
            <a:ext cx="675822" cy="584775"/>
          </a:xfrm>
          <a:prstGeom prst="rect">
            <a:avLst/>
          </a:prstGeom>
          <a:noFill/>
        </p:spPr>
        <p:txBody>
          <a:bodyPr wrap="square" rtlCol="0">
            <a:spAutoFit/>
          </a:bodyPr>
          <a:lstStyle/>
          <a:p>
            <a:r>
              <a:rPr lang="en-US" altLang="zh-CN" sz="3200" b="1" dirty="0">
                <a:solidFill>
                  <a:srgbClr val="9A0001"/>
                </a:solidFill>
              </a:rPr>
              <a:t>02.</a:t>
            </a:r>
            <a:endParaRPr lang="zh-CN" altLang="en-US" sz="3200" b="1" dirty="0">
              <a:solidFill>
                <a:srgbClr val="9A0001"/>
              </a:solidFill>
            </a:endParaRPr>
          </a:p>
        </p:txBody>
      </p:sp>
      <p:sp>
        <p:nvSpPr>
          <p:cNvPr id="52" name="文本框 51"/>
          <p:cNvSpPr txBox="1"/>
          <p:nvPr userDrawn="1"/>
        </p:nvSpPr>
        <p:spPr>
          <a:xfrm>
            <a:off x="6814866" y="3679496"/>
            <a:ext cx="675822" cy="584775"/>
          </a:xfrm>
          <a:prstGeom prst="rect">
            <a:avLst/>
          </a:prstGeom>
          <a:noFill/>
        </p:spPr>
        <p:txBody>
          <a:bodyPr wrap="square" rtlCol="0">
            <a:spAutoFit/>
          </a:bodyPr>
          <a:lstStyle/>
          <a:p>
            <a:r>
              <a:rPr lang="en-US" altLang="zh-CN" sz="3200" b="1" dirty="0">
                <a:solidFill>
                  <a:srgbClr val="9A0001"/>
                </a:solidFill>
              </a:rPr>
              <a:t>03.</a:t>
            </a:r>
            <a:endParaRPr lang="zh-CN" altLang="en-US" sz="3200" b="1" dirty="0">
              <a:solidFill>
                <a:srgbClr val="9A0001"/>
              </a:solidFill>
            </a:endParaRPr>
          </a:p>
        </p:txBody>
      </p:sp>
      <p:sp>
        <p:nvSpPr>
          <p:cNvPr id="53" name="文本框 52"/>
          <p:cNvSpPr txBox="1"/>
          <p:nvPr userDrawn="1"/>
        </p:nvSpPr>
        <p:spPr>
          <a:xfrm>
            <a:off x="6814866" y="4762941"/>
            <a:ext cx="675822" cy="584775"/>
          </a:xfrm>
          <a:prstGeom prst="rect">
            <a:avLst/>
          </a:prstGeom>
          <a:noFill/>
        </p:spPr>
        <p:txBody>
          <a:bodyPr wrap="square" rtlCol="0">
            <a:spAutoFit/>
          </a:bodyPr>
          <a:lstStyle/>
          <a:p>
            <a:r>
              <a:rPr lang="en-US" altLang="zh-CN" sz="3200" b="1" dirty="0">
                <a:solidFill>
                  <a:srgbClr val="9A0001"/>
                </a:solidFill>
              </a:rPr>
              <a:t>04.</a:t>
            </a:r>
            <a:endParaRPr lang="zh-CN" altLang="en-US" sz="3200" b="1" dirty="0">
              <a:solidFill>
                <a:srgbClr val="9A0001"/>
              </a:solidFill>
            </a:endParaRPr>
          </a:p>
        </p:txBody>
      </p:sp>
      <p:grpSp>
        <p:nvGrpSpPr>
          <p:cNvPr id="56" name="组合 55"/>
          <p:cNvGrpSpPr/>
          <p:nvPr userDrawn="1"/>
        </p:nvGrpSpPr>
        <p:grpSpPr>
          <a:xfrm>
            <a:off x="2425132" y="3183822"/>
            <a:ext cx="1945700" cy="1941162"/>
            <a:chOff x="2105799" y="20055838"/>
            <a:chExt cx="6748090" cy="6732363"/>
          </a:xfrm>
          <a:solidFill>
            <a:schemeClr val="accent1"/>
          </a:solidFill>
        </p:grpSpPr>
        <p:sp>
          <p:nvSpPr>
            <p:cNvPr id="57"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8"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9"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0"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1"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2"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3"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4"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5"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6"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7"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8"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9"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0"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1"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2"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3"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4"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5"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6"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7"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8"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9" name="Freeform 71"/>
            <p:cNvSpPr>
              <a:spLocks noEditPoints="1"/>
            </p:cNvSpPr>
            <p:nvPr/>
          </p:nvSpPr>
          <p:spPr bwMode="auto">
            <a:xfrm>
              <a:off x="3199024" y="21141193"/>
              <a:ext cx="4561647" cy="4553785"/>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0000"/>
                </a:solidFill>
                <a:effectLst/>
                <a:uLnTx/>
                <a:uFillTx/>
                <a:latin typeface="Arial" panose="020B0604020202090204"/>
                <a:ea typeface="微软雅黑" charset="-122"/>
                <a:cs typeface="+mn-ea"/>
                <a:sym typeface="+mn-lt"/>
              </a:endParaRPr>
            </a:p>
          </p:txBody>
        </p:sp>
      </p:gr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目录-5部分">
    <p:spTree>
      <p:nvGrpSpPr>
        <p:cNvPr id="1" name=""/>
        <p:cNvGrpSpPr/>
        <p:nvPr/>
      </p:nvGrpSpPr>
      <p:grpSpPr>
        <a:xfrm>
          <a:off x="0" y="0"/>
          <a:ext cx="0" cy="0"/>
          <a:chOff x="0" y="0"/>
          <a:chExt cx="0" cy="0"/>
        </a:xfrm>
      </p:grpSpPr>
      <p:sp>
        <p:nvSpPr>
          <p:cNvPr id="6" name="矩形 5"/>
          <p:cNvSpPr/>
          <p:nvPr userDrawn="1"/>
        </p:nvSpPr>
        <p:spPr>
          <a:xfrm>
            <a:off x="-1" y="0"/>
            <a:ext cx="6096001"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sp>
        <p:nvSpPr>
          <p:cNvPr id="71" name="矩形 70"/>
          <p:cNvSpPr/>
          <p:nvPr userDrawn="1"/>
        </p:nvSpPr>
        <p:spPr>
          <a:xfrm>
            <a:off x="589281" y="476251"/>
            <a:ext cx="11013440" cy="5905500"/>
          </a:xfrm>
          <a:prstGeom prst="rect">
            <a:avLst/>
          </a:prstGeom>
          <a:solidFill>
            <a:schemeClr val="bg1"/>
          </a:solidFill>
          <a:ln>
            <a:noFill/>
          </a:ln>
          <a:effectLst>
            <a:glow rad="101600">
              <a:schemeClr val="tx1">
                <a:alpha val="1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pic>
        <p:nvPicPr>
          <p:cNvPr id="35" name="图形 34"/>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601832" y="3365787"/>
            <a:ext cx="6665290" cy="4818286"/>
          </a:xfrm>
          <a:prstGeom prst="rect">
            <a:avLst/>
          </a:prstGeom>
        </p:spPr>
      </p:pic>
      <p:grpSp>
        <p:nvGrpSpPr>
          <p:cNvPr id="8" name="组合 7"/>
          <p:cNvGrpSpPr/>
          <p:nvPr userDrawn="1"/>
        </p:nvGrpSpPr>
        <p:grpSpPr>
          <a:xfrm>
            <a:off x="2296213" y="1033221"/>
            <a:ext cx="2354895" cy="1876405"/>
            <a:chOff x="2202591" y="1033221"/>
            <a:chExt cx="2354895" cy="1876405"/>
          </a:xfrm>
        </p:grpSpPr>
        <p:sp>
          <p:nvSpPr>
            <p:cNvPr id="9" name="标题 1"/>
            <p:cNvSpPr txBox="1"/>
            <p:nvPr/>
          </p:nvSpPr>
          <p:spPr>
            <a:xfrm>
              <a:off x="2202591" y="1033221"/>
              <a:ext cx="2165279" cy="1500655"/>
            </a:xfrm>
            <a:prstGeom prst="rect">
              <a:avLst/>
            </a:prstGeom>
          </p:spPr>
          <p:txBody>
            <a:bodyPr anchor="ctr">
              <a:normAutofit/>
            </a:bodyPr>
            <a:lstStyle>
              <a:lvl1pPr algn="l" defTabSz="914400" rtl="0" eaLnBrk="1" latinLnBrk="0" hangingPunct="1">
                <a:lnSpc>
                  <a:spcPct val="90000"/>
                </a:lnSpc>
                <a:spcBef>
                  <a:spcPct val="0"/>
                </a:spcBef>
                <a:buNone/>
                <a:defRPr sz="2800" b="1" kern="1200">
                  <a:solidFill>
                    <a:srgbClr val="0070C0"/>
                  </a:solidFill>
                  <a:latin typeface="+mj-lt"/>
                  <a:ea typeface="微软雅黑" charset="-122"/>
                  <a:cs typeface="+mj-cs"/>
                </a:defRPr>
              </a:lvl1pPr>
            </a:lstStyle>
            <a:p>
              <a:pPr marL="0" marR="0" lvl="0" indent="0" algn="ctr" defTabSz="914400" rtl="0" eaLnBrk="1" fontAlgn="auto" latinLnBrk="0" hangingPunct="1">
                <a:lnSpc>
                  <a:spcPct val="90000"/>
                </a:lnSpc>
                <a:spcBef>
                  <a:spcPct val="0"/>
                </a:spcBef>
                <a:spcAft>
                  <a:spcPts val="0"/>
                </a:spcAft>
                <a:buClrTx/>
                <a:buSzTx/>
                <a:buFontTx/>
                <a:buNone/>
                <a:defRPr/>
              </a:pPr>
              <a:r>
                <a:rPr kumimoji="0" lang="zh-CN" altLang="en-US"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rPr>
                <a:t>目  录</a:t>
              </a:r>
              <a:endParaRPr kumimoji="0" lang="en-US" altLang="zh-CN"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endParaRPr>
            </a:p>
          </p:txBody>
        </p:sp>
        <p:sp>
          <p:nvSpPr>
            <p:cNvPr id="10" name="文本框 9"/>
            <p:cNvSpPr txBox="1"/>
            <p:nvPr/>
          </p:nvSpPr>
          <p:spPr>
            <a:xfrm>
              <a:off x="2389402" y="2078629"/>
              <a:ext cx="2168084"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rPr>
                <a:t>CONTENTS</a:t>
              </a:r>
              <a:endParaRPr kumimoji="0" lang="zh-CN" altLang="en-US"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endParaRPr>
            </a:p>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2400" b="0" i="0" u="none" strike="noStrike" kern="1200" cap="none" spc="-20" normalizeH="0" baseline="0" noProof="0" dirty="0">
                <a:ln>
                  <a:noFill/>
                </a:ln>
                <a:solidFill>
                  <a:schemeClr val="accent1"/>
                </a:solidFill>
                <a:effectLst/>
                <a:uLnTx/>
                <a:uFillTx/>
                <a:latin typeface="Arial" panose="020B0604020202090204"/>
                <a:ea typeface="微软雅黑" charset="-122"/>
                <a:cs typeface="+mn-ea"/>
                <a:sym typeface="+mn-lt"/>
              </a:endParaRPr>
            </a:p>
          </p:txBody>
        </p:sp>
      </p:grpSp>
      <p:sp>
        <p:nvSpPr>
          <p:cNvPr id="41" name="文本占位符 40"/>
          <p:cNvSpPr>
            <a:spLocks noGrp="1"/>
          </p:cNvSpPr>
          <p:nvPr>
            <p:ph type="body" sz="quarter" idx="10" hasCustomPrompt="1"/>
          </p:nvPr>
        </p:nvSpPr>
        <p:spPr>
          <a:xfrm>
            <a:off x="7819905" y="140875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2" name="文本占位符 40"/>
          <p:cNvSpPr>
            <a:spLocks noGrp="1"/>
          </p:cNvSpPr>
          <p:nvPr>
            <p:ph type="body" sz="quarter" idx="11" hasCustomPrompt="1"/>
          </p:nvPr>
        </p:nvSpPr>
        <p:spPr>
          <a:xfrm>
            <a:off x="7819905" y="230220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3" name="文本占位符 40"/>
          <p:cNvSpPr>
            <a:spLocks noGrp="1"/>
          </p:cNvSpPr>
          <p:nvPr>
            <p:ph type="body" sz="quarter" idx="12" hasCustomPrompt="1"/>
          </p:nvPr>
        </p:nvSpPr>
        <p:spPr>
          <a:xfrm>
            <a:off x="7819905" y="319565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4" name="文本占位符 40"/>
          <p:cNvSpPr>
            <a:spLocks noGrp="1"/>
          </p:cNvSpPr>
          <p:nvPr>
            <p:ph type="body" sz="quarter" idx="13" hasCustomPrompt="1"/>
          </p:nvPr>
        </p:nvSpPr>
        <p:spPr>
          <a:xfrm>
            <a:off x="7819905" y="4982551"/>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36" name="文本占位符 40"/>
          <p:cNvSpPr>
            <a:spLocks noGrp="1"/>
          </p:cNvSpPr>
          <p:nvPr>
            <p:ph type="body" sz="quarter" idx="14" hasCustomPrompt="1"/>
          </p:nvPr>
        </p:nvSpPr>
        <p:spPr>
          <a:xfrm>
            <a:off x="7819905" y="408910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2" name="文本框 1"/>
          <p:cNvSpPr txBox="1"/>
          <p:nvPr userDrawn="1"/>
        </p:nvSpPr>
        <p:spPr>
          <a:xfrm>
            <a:off x="6809256" y="1360204"/>
            <a:ext cx="675822" cy="584775"/>
          </a:xfrm>
          <a:prstGeom prst="rect">
            <a:avLst/>
          </a:prstGeom>
          <a:noFill/>
        </p:spPr>
        <p:txBody>
          <a:bodyPr wrap="square" rtlCol="0">
            <a:spAutoFit/>
          </a:bodyPr>
          <a:lstStyle/>
          <a:p>
            <a:r>
              <a:rPr lang="en-US" altLang="zh-CN" sz="3200" b="1" dirty="0">
                <a:solidFill>
                  <a:srgbClr val="9A0001"/>
                </a:solidFill>
              </a:rPr>
              <a:t>01.</a:t>
            </a:r>
            <a:endParaRPr lang="zh-CN" altLang="en-US" sz="3200" b="1" dirty="0">
              <a:solidFill>
                <a:srgbClr val="9A0001"/>
              </a:solidFill>
            </a:endParaRPr>
          </a:p>
        </p:txBody>
      </p:sp>
      <p:sp>
        <p:nvSpPr>
          <p:cNvPr id="39" name="文本框 38"/>
          <p:cNvSpPr txBox="1"/>
          <p:nvPr userDrawn="1"/>
        </p:nvSpPr>
        <p:spPr>
          <a:xfrm>
            <a:off x="6809256" y="2253654"/>
            <a:ext cx="675822" cy="584775"/>
          </a:xfrm>
          <a:prstGeom prst="rect">
            <a:avLst/>
          </a:prstGeom>
          <a:noFill/>
        </p:spPr>
        <p:txBody>
          <a:bodyPr wrap="square" rtlCol="0">
            <a:spAutoFit/>
          </a:bodyPr>
          <a:lstStyle/>
          <a:p>
            <a:r>
              <a:rPr lang="en-US" altLang="zh-CN" sz="3200" b="1" dirty="0">
                <a:solidFill>
                  <a:srgbClr val="9A0001"/>
                </a:solidFill>
              </a:rPr>
              <a:t>02.</a:t>
            </a:r>
            <a:endParaRPr lang="zh-CN" altLang="en-US" sz="3200" b="1" dirty="0">
              <a:solidFill>
                <a:srgbClr val="9A0001"/>
              </a:solidFill>
            </a:endParaRPr>
          </a:p>
        </p:txBody>
      </p:sp>
      <p:sp>
        <p:nvSpPr>
          <p:cNvPr id="40" name="文本框 39"/>
          <p:cNvSpPr txBox="1"/>
          <p:nvPr userDrawn="1"/>
        </p:nvSpPr>
        <p:spPr>
          <a:xfrm>
            <a:off x="6809256" y="3148379"/>
            <a:ext cx="675822" cy="584775"/>
          </a:xfrm>
          <a:prstGeom prst="rect">
            <a:avLst/>
          </a:prstGeom>
          <a:noFill/>
        </p:spPr>
        <p:txBody>
          <a:bodyPr wrap="square" rtlCol="0">
            <a:spAutoFit/>
          </a:bodyPr>
          <a:lstStyle/>
          <a:p>
            <a:r>
              <a:rPr lang="en-US" altLang="zh-CN" sz="3200" b="1" dirty="0">
                <a:solidFill>
                  <a:srgbClr val="9A0001"/>
                </a:solidFill>
              </a:rPr>
              <a:t>03.</a:t>
            </a:r>
            <a:endParaRPr lang="zh-CN" altLang="en-US" sz="3200" b="1" dirty="0">
              <a:solidFill>
                <a:srgbClr val="9A0001"/>
              </a:solidFill>
            </a:endParaRPr>
          </a:p>
        </p:txBody>
      </p:sp>
      <p:sp>
        <p:nvSpPr>
          <p:cNvPr id="45" name="文本框 44"/>
          <p:cNvSpPr txBox="1"/>
          <p:nvPr userDrawn="1"/>
        </p:nvSpPr>
        <p:spPr>
          <a:xfrm>
            <a:off x="6809256" y="4021629"/>
            <a:ext cx="675822" cy="584775"/>
          </a:xfrm>
          <a:prstGeom prst="rect">
            <a:avLst/>
          </a:prstGeom>
          <a:noFill/>
        </p:spPr>
        <p:txBody>
          <a:bodyPr wrap="square" rtlCol="0">
            <a:spAutoFit/>
          </a:bodyPr>
          <a:lstStyle/>
          <a:p>
            <a:r>
              <a:rPr lang="en-US" altLang="zh-CN" sz="3200" b="1" dirty="0">
                <a:solidFill>
                  <a:srgbClr val="9A0001"/>
                </a:solidFill>
              </a:rPr>
              <a:t>04.</a:t>
            </a:r>
            <a:endParaRPr lang="zh-CN" altLang="en-US" sz="3200" b="1" dirty="0">
              <a:solidFill>
                <a:srgbClr val="9A0001"/>
              </a:solidFill>
            </a:endParaRPr>
          </a:p>
        </p:txBody>
      </p:sp>
      <p:sp>
        <p:nvSpPr>
          <p:cNvPr id="46" name="文本框 45"/>
          <p:cNvSpPr txBox="1"/>
          <p:nvPr userDrawn="1"/>
        </p:nvSpPr>
        <p:spPr>
          <a:xfrm>
            <a:off x="6809256" y="4921514"/>
            <a:ext cx="675822" cy="584775"/>
          </a:xfrm>
          <a:prstGeom prst="rect">
            <a:avLst/>
          </a:prstGeom>
          <a:noFill/>
        </p:spPr>
        <p:txBody>
          <a:bodyPr wrap="square" rtlCol="0">
            <a:spAutoFit/>
          </a:bodyPr>
          <a:lstStyle/>
          <a:p>
            <a:r>
              <a:rPr lang="en-US" altLang="zh-CN" sz="3200" b="1" dirty="0">
                <a:solidFill>
                  <a:srgbClr val="9A0001"/>
                </a:solidFill>
              </a:rPr>
              <a:t>05.</a:t>
            </a:r>
            <a:endParaRPr lang="zh-CN" altLang="en-US" sz="3200" b="1" dirty="0">
              <a:solidFill>
                <a:srgbClr val="9A0001"/>
              </a:solidFill>
            </a:endParaRPr>
          </a:p>
        </p:txBody>
      </p:sp>
      <p:grpSp>
        <p:nvGrpSpPr>
          <p:cNvPr id="47" name="组合 46"/>
          <p:cNvGrpSpPr/>
          <p:nvPr userDrawn="1"/>
        </p:nvGrpSpPr>
        <p:grpSpPr>
          <a:xfrm>
            <a:off x="2425132" y="3183822"/>
            <a:ext cx="1945700" cy="1941162"/>
            <a:chOff x="2105799" y="20055838"/>
            <a:chExt cx="6748090" cy="6732363"/>
          </a:xfrm>
          <a:solidFill>
            <a:schemeClr val="accent1"/>
          </a:solidFill>
        </p:grpSpPr>
        <p:sp>
          <p:nvSpPr>
            <p:cNvPr id="48"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49"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0"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1"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2"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3"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4"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5"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6"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7"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8"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9"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0"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1"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2"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3"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4"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5"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6"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7"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8"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9"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0" name="Freeform 71"/>
            <p:cNvSpPr>
              <a:spLocks noEditPoints="1"/>
            </p:cNvSpPr>
            <p:nvPr/>
          </p:nvSpPr>
          <p:spPr bwMode="auto">
            <a:xfrm>
              <a:off x="3199024" y="21141193"/>
              <a:ext cx="4561647" cy="4553785"/>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0000"/>
                </a:solidFill>
                <a:effectLst/>
                <a:uLnTx/>
                <a:uFillTx/>
                <a:latin typeface="Arial" panose="020B0604020202090204"/>
                <a:ea typeface="微软雅黑" charset="-122"/>
                <a:cs typeface="+mn-ea"/>
                <a:sym typeface="+mn-lt"/>
              </a:endParaRPr>
            </a:p>
          </p:txBody>
        </p:sp>
      </p:gr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目录-6部分">
    <p:spTree>
      <p:nvGrpSpPr>
        <p:cNvPr id="1" name=""/>
        <p:cNvGrpSpPr/>
        <p:nvPr/>
      </p:nvGrpSpPr>
      <p:grpSpPr>
        <a:xfrm>
          <a:off x="0" y="0"/>
          <a:ext cx="0" cy="0"/>
          <a:chOff x="0" y="0"/>
          <a:chExt cx="0" cy="0"/>
        </a:xfrm>
      </p:grpSpPr>
      <p:sp>
        <p:nvSpPr>
          <p:cNvPr id="6" name="矩形 5"/>
          <p:cNvSpPr/>
          <p:nvPr userDrawn="1"/>
        </p:nvSpPr>
        <p:spPr>
          <a:xfrm>
            <a:off x="-1" y="0"/>
            <a:ext cx="6096001"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pic>
        <p:nvPicPr>
          <p:cNvPr id="35" name="图形 34"/>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601832" y="3365787"/>
            <a:ext cx="6665290" cy="4818286"/>
          </a:xfrm>
          <a:prstGeom prst="rect">
            <a:avLst/>
          </a:prstGeom>
        </p:spPr>
      </p:pic>
      <p:sp>
        <p:nvSpPr>
          <p:cNvPr id="49" name="矩形 48"/>
          <p:cNvSpPr/>
          <p:nvPr userDrawn="1"/>
        </p:nvSpPr>
        <p:spPr>
          <a:xfrm>
            <a:off x="589281" y="476251"/>
            <a:ext cx="11013440" cy="5905500"/>
          </a:xfrm>
          <a:prstGeom prst="rect">
            <a:avLst/>
          </a:prstGeom>
          <a:solidFill>
            <a:schemeClr val="bg1"/>
          </a:solidFill>
          <a:ln>
            <a:noFill/>
          </a:ln>
          <a:effectLst>
            <a:glow rad="101600">
              <a:schemeClr val="tx1">
                <a:alpha val="1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grpSp>
        <p:nvGrpSpPr>
          <p:cNvPr id="8" name="组合 7"/>
          <p:cNvGrpSpPr/>
          <p:nvPr userDrawn="1"/>
        </p:nvGrpSpPr>
        <p:grpSpPr>
          <a:xfrm>
            <a:off x="2296213" y="1033221"/>
            <a:ext cx="2354895" cy="1876405"/>
            <a:chOff x="2202591" y="1033221"/>
            <a:chExt cx="2354895" cy="1876405"/>
          </a:xfrm>
        </p:grpSpPr>
        <p:sp>
          <p:nvSpPr>
            <p:cNvPr id="9" name="标题 1"/>
            <p:cNvSpPr txBox="1"/>
            <p:nvPr/>
          </p:nvSpPr>
          <p:spPr>
            <a:xfrm>
              <a:off x="2202591" y="1033221"/>
              <a:ext cx="2165279" cy="1500655"/>
            </a:xfrm>
            <a:prstGeom prst="rect">
              <a:avLst/>
            </a:prstGeom>
          </p:spPr>
          <p:txBody>
            <a:bodyPr anchor="ctr">
              <a:normAutofit/>
            </a:bodyPr>
            <a:lstStyle>
              <a:lvl1pPr algn="l" defTabSz="914400" rtl="0" eaLnBrk="1" latinLnBrk="0" hangingPunct="1">
                <a:lnSpc>
                  <a:spcPct val="90000"/>
                </a:lnSpc>
                <a:spcBef>
                  <a:spcPct val="0"/>
                </a:spcBef>
                <a:buNone/>
                <a:defRPr sz="2800" b="1" kern="1200">
                  <a:solidFill>
                    <a:srgbClr val="0070C0"/>
                  </a:solidFill>
                  <a:latin typeface="+mj-lt"/>
                  <a:ea typeface="微软雅黑" charset="-122"/>
                  <a:cs typeface="+mj-cs"/>
                </a:defRPr>
              </a:lvl1pPr>
            </a:lstStyle>
            <a:p>
              <a:pPr marL="0" marR="0" lvl="0" indent="0" algn="ctr" defTabSz="914400" rtl="0" eaLnBrk="1" fontAlgn="auto" latinLnBrk="0" hangingPunct="1">
                <a:lnSpc>
                  <a:spcPct val="90000"/>
                </a:lnSpc>
                <a:spcBef>
                  <a:spcPct val="0"/>
                </a:spcBef>
                <a:spcAft>
                  <a:spcPts val="0"/>
                </a:spcAft>
                <a:buClrTx/>
                <a:buSzTx/>
                <a:buFontTx/>
                <a:buNone/>
                <a:defRPr/>
              </a:pPr>
              <a:r>
                <a:rPr kumimoji="0" lang="zh-CN" altLang="en-US"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rPr>
                <a:t>目  录</a:t>
              </a:r>
              <a:endParaRPr kumimoji="0" lang="en-US" altLang="zh-CN"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endParaRPr>
            </a:p>
          </p:txBody>
        </p:sp>
        <p:sp>
          <p:nvSpPr>
            <p:cNvPr id="10" name="文本框 9"/>
            <p:cNvSpPr txBox="1"/>
            <p:nvPr/>
          </p:nvSpPr>
          <p:spPr>
            <a:xfrm>
              <a:off x="2389402" y="2078629"/>
              <a:ext cx="2168084"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rPr>
                <a:t>CONTENTS</a:t>
              </a:r>
              <a:endParaRPr kumimoji="0" lang="zh-CN" altLang="en-US"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endParaRPr>
            </a:p>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2400" b="0" i="0" u="none" strike="noStrike" kern="1200" cap="none" spc="-20" normalizeH="0" baseline="0" noProof="0" dirty="0">
                <a:ln>
                  <a:noFill/>
                </a:ln>
                <a:solidFill>
                  <a:schemeClr val="accent1"/>
                </a:solidFill>
                <a:effectLst/>
                <a:uLnTx/>
                <a:uFillTx/>
                <a:latin typeface="Arial" panose="020B0604020202090204"/>
                <a:ea typeface="微软雅黑" charset="-122"/>
                <a:cs typeface="+mn-ea"/>
                <a:sym typeface="+mn-lt"/>
              </a:endParaRPr>
            </a:p>
          </p:txBody>
        </p:sp>
      </p:grpSp>
      <p:grpSp>
        <p:nvGrpSpPr>
          <p:cNvPr id="11" name="组合 10"/>
          <p:cNvGrpSpPr/>
          <p:nvPr userDrawn="1"/>
        </p:nvGrpSpPr>
        <p:grpSpPr>
          <a:xfrm>
            <a:off x="2425132" y="3183822"/>
            <a:ext cx="1945700" cy="1941162"/>
            <a:chOff x="2105799" y="20055838"/>
            <a:chExt cx="6748090" cy="6732363"/>
          </a:xfrm>
          <a:solidFill>
            <a:schemeClr val="accent1"/>
          </a:solidFill>
        </p:grpSpPr>
        <p:sp>
          <p:nvSpPr>
            <p:cNvPr id="12"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5"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6"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7"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8"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9"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0"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1"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2"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3"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4"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5"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6"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7"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8"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9"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0"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1"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2"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3"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4" name="Freeform 71"/>
            <p:cNvSpPr>
              <a:spLocks noEditPoints="1"/>
            </p:cNvSpPr>
            <p:nvPr/>
          </p:nvSpPr>
          <p:spPr bwMode="auto">
            <a:xfrm>
              <a:off x="3199024" y="21141193"/>
              <a:ext cx="4561647" cy="4553785"/>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0000"/>
                </a:solidFill>
                <a:effectLst/>
                <a:uLnTx/>
                <a:uFillTx/>
                <a:latin typeface="Arial" panose="020B0604020202090204"/>
                <a:ea typeface="微软雅黑" charset="-122"/>
                <a:cs typeface="+mn-ea"/>
                <a:sym typeface="+mn-lt"/>
              </a:endParaRPr>
            </a:p>
          </p:txBody>
        </p:sp>
      </p:grpSp>
      <p:sp>
        <p:nvSpPr>
          <p:cNvPr id="41" name="文本占位符 40"/>
          <p:cNvSpPr>
            <a:spLocks noGrp="1"/>
          </p:cNvSpPr>
          <p:nvPr>
            <p:ph type="body" sz="quarter" idx="10" hasCustomPrompt="1"/>
          </p:nvPr>
        </p:nvSpPr>
        <p:spPr>
          <a:xfrm>
            <a:off x="7819905" y="131731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2" name="文本占位符 40"/>
          <p:cNvSpPr>
            <a:spLocks noGrp="1"/>
          </p:cNvSpPr>
          <p:nvPr>
            <p:ph type="body" sz="quarter" idx="11" hasCustomPrompt="1"/>
          </p:nvPr>
        </p:nvSpPr>
        <p:spPr>
          <a:xfrm>
            <a:off x="7819905" y="206788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3" name="文本占位符 40"/>
          <p:cNvSpPr>
            <a:spLocks noGrp="1"/>
          </p:cNvSpPr>
          <p:nvPr>
            <p:ph type="body" sz="quarter" idx="12" hasCustomPrompt="1"/>
          </p:nvPr>
        </p:nvSpPr>
        <p:spPr>
          <a:xfrm>
            <a:off x="7819905" y="281845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4" name="文本占位符 40"/>
          <p:cNvSpPr>
            <a:spLocks noGrp="1"/>
          </p:cNvSpPr>
          <p:nvPr>
            <p:ph type="body" sz="quarter" idx="13" hasCustomPrompt="1"/>
          </p:nvPr>
        </p:nvSpPr>
        <p:spPr>
          <a:xfrm>
            <a:off x="7819905" y="431959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36" name="文本占位符 40"/>
          <p:cNvSpPr>
            <a:spLocks noGrp="1"/>
          </p:cNvSpPr>
          <p:nvPr>
            <p:ph type="body" sz="quarter" idx="14" hasCustomPrompt="1"/>
          </p:nvPr>
        </p:nvSpPr>
        <p:spPr>
          <a:xfrm>
            <a:off x="7819905" y="356902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2" name="文本框 1"/>
          <p:cNvSpPr txBox="1"/>
          <p:nvPr userDrawn="1"/>
        </p:nvSpPr>
        <p:spPr>
          <a:xfrm>
            <a:off x="6809256" y="1268764"/>
            <a:ext cx="675822" cy="584775"/>
          </a:xfrm>
          <a:prstGeom prst="rect">
            <a:avLst/>
          </a:prstGeom>
          <a:noFill/>
        </p:spPr>
        <p:txBody>
          <a:bodyPr wrap="square" rtlCol="0">
            <a:spAutoFit/>
          </a:bodyPr>
          <a:lstStyle/>
          <a:p>
            <a:r>
              <a:rPr lang="en-US" altLang="zh-CN" sz="3200" b="1" dirty="0">
                <a:solidFill>
                  <a:srgbClr val="9A0001"/>
                </a:solidFill>
              </a:rPr>
              <a:t>01.</a:t>
            </a:r>
            <a:endParaRPr lang="zh-CN" altLang="en-US" sz="3200" b="1" dirty="0">
              <a:solidFill>
                <a:srgbClr val="9A0001"/>
              </a:solidFill>
            </a:endParaRPr>
          </a:p>
        </p:txBody>
      </p:sp>
      <p:sp>
        <p:nvSpPr>
          <p:cNvPr id="39" name="文本框 38"/>
          <p:cNvSpPr txBox="1"/>
          <p:nvPr userDrawn="1"/>
        </p:nvSpPr>
        <p:spPr>
          <a:xfrm>
            <a:off x="6809256" y="2016836"/>
            <a:ext cx="675822" cy="584775"/>
          </a:xfrm>
          <a:prstGeom prst="rect">
            <a:avLst/>
          </a:prstGeom>
          <a:noFill/>
        </p:spPr>
        <p:txBody>
          <a:bodyPr wrap="square" rtlCol="0">
            <a:spAutoFit/>
          </a:bodyPr>
          <a:lstStyle/>
          <a:p>
            <a:r>
              <a:rPr lang="en-US" altLang="zh-CN" sz="3200" b="1" dirty="0">
                <a:solidFill>
                  <a:srgbClr val="9A0001"/>
                </a:solidFill>
              </a:rPr>
              <a:t>02.</a:t>
            </a:r>
            <a:endParaRPr lang="zh-CN" altLang="en-US" sz="3200" b="1" dirty="0">
              <a:solidFill>
                <a:srgbClr val="9A0001"/>
              </a:solidFill>
            </a:endParaRPr>
          </a:p>
        </p:txBody>
      </p:sp>
      <p:sp>
        <p:nvSpPr>
          <p:cNvPr id="40" name="文本框 39"/>
          <p:cNvSpPr txBox="1"/>
          <p:nvPr userDrawn="1"/>
        </p:nvSpPr>
        <p:spPr>
          <a:xfrm>
            <a:off x="6809256" y="2764908"/>
            <a:ext cx="675822" cy="584775"/>
          </a:xfrm>
          <a:prstGeom prst="rect">
            <a:avLst/>
          </a:prstGeom>
          <a:noFill/>
        </p:spPr>
        <p:txBody>
          <a:bodyPr wrap="square" rtlCol="0">
            <a:spAutoFit/>
          </a:bodyPr>
          <a:lstStyle/>
          <a:p>
            <a:r>
              <a:rPr lang="en-US" altLang="zh-CN" sz="3200" b="1" dirty="0">
                <a:solidFill>
                  <a:srgbClr val="9A0001"/>
                </a:solidFill>
              </a:rPr>
              <a:t>03.</a:t>
            </a:r>
            <a:endParaRPr lang="zh-CN" altLang="en-US" sz="3200" b="1" dirty="0">
              <a:solidFill>
                <a:srgbClr val="9A0001"/>
              </a:solidFill>
            </a:endParaRPr>
          </a:p>
        </p:txBody>
      </p:sp>
      <p:sp>
        <p:nvSpPr>
          <p:cNvPr id="45" name="文本框 44"/>
          <p:cNvSpPr txBox="1"/>
          <p:nvPr userDrawn="1"/>
        </p:nvSpPr>
        <p:spPr>
          <a:xfrm>
            <a:off x="6809256" y="3512980"/>
            <a:ext cx="675822" cy="584775"/>
          </a:xfrm>
          <a:prstGeom prst="rect">
            <a:avLst/>
          </a:prstGeom>
          <a:noFill/>
        </p:spPr>
        <p:txBody>
          <a:bodyPr wrap="square" rtlCol="0">
            <a:spAutoFit/>
          </a:bodyPr>
          <a:lstStyle/>
          <a:p>
            <a:r>
              <a:rPr lang="en-US" altLang="zh-CN" sz="3200" b="1" dirty="0">
                <a:solidFill>
                  <a:srgbClr val="9A0001"/>
                </a:solidFill>
              </a:rPr>
              <a:t>04.</a:t>
            </a:r>
            <a:endParaRPr lang="zh-CN" altLang="en-US" sz="3200" b="1" dirty="0">
              <a:solidFill>
                <a:srgbClr val="9A0001"/>
              </a:solidFill>
            </a:endParaRPr>
          </a:p>
        </p:txBody>
      </p:sp>
      <p:sp>
        <p:nvSpPr>
          <p:cNvPr id="46" name="文本框 45"/>
          <p:cNvSpPr txBox="1"/>
          <p:nvPr userDrawn="1"/>
        </p:nvSpPr>
        <p:spPr>
          <a:xfrm>
            <a:off x="6809256" y="4261052"/>
            <a:ext cx="675822" cy="584775"/>
          </a:xfrm>
          <a:prstGeom prst="rect">
            <a:avLst/>
          </a:prstGeom>
          <a:noFill/>
        </p:spPr>
        <p:txBody>
          <a:bodyPr wrap="square" rtlCol="0">
            <a:spAutoFit/>
          </a:bodyPr>
          <a:lstStyle/>
          <a:p>
            <a:r>
              <a:rPr lang="en-US" altLang="zh-CN" sz="3200" b="1" dirty="0">
                <a:solidFill>
                  <a:srgbClr val="9A0001"/>
                </a:solidFill>
              </a:rPr>
              <a:t>05.</a:t>
            </a:r>
            <a:endParaRPr lang="zh-CN" altLang="en-US" sz="3200" b="1" dirty="0">
              <a:solidFill>
                <a:srgbClr val="9A0001"/>
              </a:solidFill>
            </a:endParaRPr>
          </a:p>
        </p:txBody>
      </p:sp>
      <p:sp>
        <p:nvSpPr>
          <p:cNvPr id="47" name="文本占位符 40"/>
          <p:cNvSpPr>
            <a:spLocks noGrp="1"/>
          </p:cNvSpPr>
          <p:nvPr>
            <p:ph type="body" sz="quarter" idx="15" hasCustomPrompt="1"/>
          </p:nvPr>
        </p:nvSpPr>
        <p:spPr>
          <a:xfrm>
            <a:off x="7819905" y="5070163"/>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8" name="文本框 47"/>
          <p:cNvSpPr txBox="1"/>
          <p:nvPr userDrawn="1"/>
        </p:nvSpPr>
        <p:spPr>
          <a:xfrm>
            <a:off x="6809256" y="5009126"/>
            <a:ext cx="675822" cy="584775"/>
          </a:xfrm>
          <a:prstGeom prst="rect">
            <a:avLst/>
          </a:prstGeom>
          <a:noFill/>
        </p:spPr>
        <p:txBody>
          <a:bodyPr wrap="square" rtlCol="0">
            <a:spAutoFit/>
          </a:bodyPr>
          <a:lstStyle/>
          <a:p>
            <a:r>
              <a:rPr lang="en-US" altLang="zh-CN" sz="3200" b="1" dirty="0">
                <a:solidFill>
                  <a:srgbClr val="9A0001"/>
                </a:solidFill>
              </a:rPr>
              <a:t>06.</a:t>
            </a:r>
            <a:endParaRPr lang="zh-CN" altLang="en-US" sz="3200" b="1" dirty="0">
              <a:solidFill>
                <a:srgbClr val="9A0001"/>
              </a:solidFill>
            </a:endParaRPr>
          </a:p>
        </p:txBody>
      </p:sp>
      <p:pic>
        <p:nvPicPr>
          <p:cNvPr id="50" name="图片 49"/>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9157210" y="6227103"/>
            <a:ext cx="430646" cy="418821"/>
          </a:xfrm>
          <a:prstGeom prst="rect">
            <a:avLst/>
          </a:prstGeom>
        </p:spPr>
      </p:pic>
      <p:pic>
        <p:nvPicPr>
          <p:cNvPr id="51" name="图片 50"/>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9705169" y="6015028"/>
            <a:ext cx="2667901" cy="842972"/>
          </a:xfrm>
          <a:prstGeom prst="rect">
            <a:avLst/>
          </a:prstGeom>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66" name="矩形 65"/>
          <p:cNvSpPr/>
          <p:nvPr userDrawn="1"/>
        </p:nvSpPr>
        <p:spPr>
          <a:xfrm>
            <a:off x="0" y="1764872"/>
            <a:ext cx="12192000" cy="3328257"/>
          </a:xfrm>
          <a:prstGeom prst="rect">
            <a:avLst/>
          </a:prstGeom>
          <a:solidFill>
            <a:schemeClr val="accent1"/>
          </a:solidFill>
          <a:ln w="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cxnSp>
        <p:nvCxnSpPr>
          <p:cNvPr id="70" name="直接连接符 69"/>
          <p:cNvCxnSpPr/>
          <p:nvPr/>
        </p:nvCxnSpPr>
        <p:spPr>
          <a:xfrm>
            <a:off x="996403" y="3428999"/>
            <a:ext cx="377398"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4" name="文本占位符 3"/>
          <p:cNvSpPr>
            <a:spLocks noGrp="1"/>
          </p:cNvSpPr>
          <p:nvPr userDrawn="1">
            <p:ph type="title" sz="quarter" hasCustomPrompt="1"/>
          </p:nvPr>
        </p:nvSpPr>
        <p:spPr>
          <a:xfrm>
            <a:off x="2465501" y="2552244"/>
            <a:ext cx="5716686" cy="707886"/>
          </a:xfrm>
        </p:spPr>
        <p:txBody>
          <a:bodyPr anchor="ctr" anchorCtr="0">
            <a:normAutofit/>
          </a:bodyPr>
          <a:lstStyle>
            <a:lvl1pPr marL="0" indent="0">
              <a:buFontTx/>
              <a:buNone/>
              <a:defRPr kumimoji="0" lang="zh-CN" altLang="en-US" sz="4000" b="1" i="0" u="none" strike="noStrike" kern="1200" cap="none" spc="0" normalizeH="0" baseline="0" dirty="0" smtClean="0">
                <a:ln>
                  <a:noFill/>
                </a:ln>
                <a:solidFill>
                  <a:prstClr val="white"/>
                </a:solidFill>
                <a:effectLst/>
                <a:uLnTx/>
                <a:uFillTx/>
                <a:latin typeface="Arial" panose="020B0604020202090204"/>
                <a:ea typeface="微软雅黑" charset="-122"/>
                <a:cs typeface="+mn-ea"/>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en-US" altLang="zh-CN" dirty="0"/>
              <a:t>XX</a:t>
            </a:r>
            <a:endParaRPr lang="zh-CN" altLang="en-US" dirty="0"/>
          </a:p>
        </p:txBody>
      </p:sp>
      <p:sp>
        <p:nvSpPr>
          <p:cNvPr id="127" name="文本占位符 3"/>
          <p:cNvSpPr>
            <a:spLocks noGrp="1"/>
          </p:cNvSpPr>
          <p:nvPr>
            <p:ph type="body" sz="quarter" idx="1" hasCustomPrompt="1"/>
          </p:nvPr>
        </p:nvSpPr>
        <p:spPr>
          <a:xfrm>
            <a:off x="882188" y="3684327"/>
            <a:ext cx="7299999" cy="887667"/>
          </a:xfrm>
        </p:spPr>
        <p:txBody>
          <a:bodyPr>
            <a:noAutofit/>
          </a:bodyPr>
          <a:lstStyle>
            <a:lvl1pPr marL="0" indent="0">
              <a:buFontTx/>
              <a:buNone/>
              <a:defRPr lang="zh-CN" altLang="en-US" sz="4800" b="1" kern="1200" spc="400" dirty="0" smtClean="0">
                <a:solidFill>
                  <a:prstClr val="white"/>
                </a:solidFill>
                <a:latin typeface="Arial" panose="020B0604020202090204"/>
                <a:ea typeface="微软雅黑" charset="-122"/>
                <a:cs typeface="+mn-ea"/>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dirty="0"/>
              <a:t>输入标题文本</a:t>
            </a:r>
            <a:endParaRPr lang="zh-CN" altLang="en-US" dirty="0"/>
          </a:p>
        </p:txBody>
      </p:sp>
      <p:pic>
        <p:nvPicPr>
          <p:cNvPr id="128" name="图形 127"/>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863687" y="1559486"/>
            <a:ext cx="5172316" cy="3739027"/>
          </a:xfrm>
          <a:prstGeom prst="rect">
            <a:avLst/>
          </a:prstGeom>
        </p:spPr>
      </p:pic>
      <p:grpSp>
        <p:nvGrpSpPr>
          <p:cNvPr id="62" name="组合 61"/>
          <p:cNvGrpSpPr/>
          <p:nvPr userDrawn="1"/>
        </p:nvGrpSpPr>
        <p:grpSpPr>
          <a:xfrm>
            <a:off x="1654090" y="1145460"/>
            <a:ext cx="1477533" cy="108755"/>
            <a:chOff x="4616246" y="3878362"/>
            <a:chExt cx="5571416" cy="410087"/>
          </a:xfrm>
          <a:solidFill>
            <a:schemeClr val="tx1">
              <a:alpha val="80000"/>
            </a:schemeClr>
          </a:solidFill>
        </p:grpSpPr>
        <p:sp>
          <p:nvSpPr>
            <p:cNvPr id="63"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4"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5"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7"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8"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9"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71"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29"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0"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1"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2"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3"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4"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5"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6"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7"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38" name="组合 137"/>
          <p:cNvGrpSpPr/>
          <p:nvPr userDrawn="1"/>
        </p:nvGrpSpPr>
        <p:grpSpPr>
          <a:xfrm>
            <a:off x="1651541" y="660313"/>
            <a:ext cx="1483481" cy="423973"/>
            <a:chOff x="4606634" y="2048989"/>
            <a:chExt cx="5593843" cy="1598699"/>
          </a:xfrm>
          <a:solidFill>
            <a:schemeClr val="accent1">
              <a:alpha val="80000"/>
            </a:schemeClr>
          </a:solidFill>
        </p:grpSpPr>
        <p:sp>
          <p:nvSpPr>
            <p:cNvPr id="139"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0"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1"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2"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3"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4"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5"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6"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7"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8"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51" name="组合 150"/>
          <p:cNvGrpSpPr/>
          <p:nvPr userDrawn="1"/>
        </p:nvGrpSpPr>
        <p:grpSpPr>
          <a:xfrm>
            <a:off x="882188" y="613507"/>
            <a:ext cx="664422" cy="662874"/>
            <a:chOff x="2105799" y="20055838"/>
            <a:chExt cx="6748090" cy="6732363"/>
          </a:xfrm>
          <a:solidFill>
            <a:schemeClr val="accent1">
              <a:alpha val="80000"/>
            </a:schemeClr>
          </a:solidFill>
        </p:grpSpPr>
        <p:sp>
          <p:nvSpPr>
            <p:cNvPr id="152"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3"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4"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5"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6"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7"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8"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9"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0"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1"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2"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3"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4"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5"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6"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7"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8"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9"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0"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1"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2"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3"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4"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sp>
        <p:nvSpPr>
          <p:cNvPr id="5" name="矩形 4"/>
          <p:cNvSpPr/>
          <p:nvPr userDrawn="1"/>
        </p:nvSpPr>
        <p:spPr>
          <a:xfrm>
            <a:off x="875308" y="2536911"/>
            <a:ext cx="1503040" cy="707886"/>
          </a:xfrm>
          <a:prstGeom prst="rect">
            <a:avLst/>
          </a:prstGeom>
        </p:spPr>
        <p:txBody>
          <a:bodyPr wrap="none">
            <a:spAutoFit/>
          </a:bodyPr>
          <a:lstStyle/>
          <a:p>
            <a:r>
              <a:rPr kumimoji="0" lang="en-US" altLang="zh-CN" sz="4000" b="0" i="0" u="none" strike="noStrike" kern="1200" cap="none" spc="0" normalizeH="0" baseline="0" dirty="0">
                <a:ln>
                  <a:noFill/>
                </a:ln>
                <a:solidFill>
                  <a:prstClr val="white"/>
                </a:solidFill>
                <a:effectLst/>
                <a:uLnTx/>
                <a:uFillTx/>
                <a:latin typeface="Arial" panose="020B0604020202090204"/>
                <a:ea typeface="微软雅黑" charset="-122"/>
                <a:cs typeface="+mn-ea"/>
              </a:rPr>
              <a:t>PART</a:t>
            </a:r>
            <a:endParaRPr kumimoji="0" lang="zh-CN" altLang="en-US" sz="4000" b="0" i="0" u="none" strike="noStrike" kern="1200" cap="none" spc="0" normalizeH="0" baseline="0" dirty="0">
              <a:ln>
                <a:noFill/>
              </a:ln>
              <a:solidFill>
                <a:prstClr val="white"/>
              </a:solidFill>
              <a:effectLst/>
              <a:uLnTx/>
              <a:uFillTx/>
              <a:latin typeface="Arial" panose="020B0604020202090204"/>
              <a:ea typeface="微软雅黑" charset="-122"/>
              <a:cs typeface="+mn-ea"/>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66" name="矩形 65"/>
          <p:cNvSpPr/>
          <p:nvPr userDrawn="1"/>
        </p:nvSpPr>
        <p:spPr>
          <a:xfrm>
            <a:off x="0" y="1764872"/>
            <a:ext cx="12192000" cy="3328257"/>
          </a:xfrm>
          <a:prstGeom prst="rect">
            <a:avLst/>
          </a:prstGeom>
          <a:solidFill>
            <a:schemeClr val="accent1"/>
          </a:solidFill>
          <a:ln w="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sp>
        <p:nvSpPr>
          <p:cNvPr id="63" name="椭圆 62"/>
          <p:cNvSpPr/>
          <p:nvPr/>
        </p:nvSpPr>
        <p:spPr>
          <a:xfrm>
            <a:off x="5197121" y="624817"/>
            <a:ext cx="1826782" cy="1826782"/>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grpSp>
        <p:nvGrpSpPr>
          <p:cNvPr id="64" name="组合 63"/>
          <p:cNvGrpSpPr/>
          <p:nvPr/>
        </p:nvGrpSpPr>
        <p:grpSpPr>
          <a:xfrm>
            <a:off x="5317814" y="741574"/>
            <a:ext cx="1614432" cy="1610666"/>
            <a:chOff x="2105799" y="20055838"/>
            <a:chExt cx="6748090" cy="6732363"/>
          </a:xfrm>
          <a:solidFill>
            <a:schemeClr val="accent1"/>
          </a:solidFill>
        </p:grpSpPr>
        <p:sp>
          <p:nvSpPr>
            <p:cNvPr id="6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7"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8"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9"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1"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29"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0"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1"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2"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3"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4"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5"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6"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7"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8"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9"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0"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1"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2"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3"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4"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5"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6"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grpSp>
      <p:sp>
        <p:nvSpPr>
          <p:cNvPr id="147" name="标题 1"/>
          <p:cNvSpPr>
            <a:spLocks noGrp="1"/>
          </p:cNvSpPr>
          <p:nvPr userDrawn="1">
            <p:ph type="ctrTitle" hasCustomPrompt="1"/>
          </p:nvPr>
        </p:nvSpPr>
        <p:spPr>
          <a:xfrm>
            <a:off x="1615440" y="2929530"/>
            <a:ext cx="8961120" cy="1213643"/>
          </a:xfrm>
          <a:prstGeom prst="rect">
            <a:avLst/>
          </a:prstGeom>
        </p:spPr>
        <p:txBody>
          <a:bodyPr anchor="ctr">
            <a:noAutofit/>
          </a:bodyPr>
          <a:lstStyle>
            <a:lvl1pPr algn="ctr">
              <a:defRPr kumimoji="0" lang="zh-CN" altLang="en-US" sz="6000" b="1" i="0" u="none" strike="noStrike" kern="1200" cap="none" spc="400" normalizeH="0" baseline="0" dirty="0">
                <a:ln>
                  <a:noFill/>
                </a:ln>
                <a:solidFill>
                  <a:prstClr val="white"/>
                </a:solidFill>
                <a:effectLst/>
                <a:uLnTx/>
                <a:uFillTx/>
                <a:latin typeface="Arial" panose="020B0604020202090204"/>
                <a:ea typeface="微软雅黑" charset="-122"/>
                <a:cs typeface="+mn-ea"/>
              </a:defRPr>
            </a:lvl1pPr>
          </a:lstStyle>
          <a:p>
            <a:pPr marL="0" marR="0" lvl="0" indent="0" algn="ctr" defTabSz="914400" rtl="0" eaLnBrk="1" fontAlgn="auto" latinLnBrk="0" hangingPunct="1">
              <a:lnSpc>
                <a:spcPct val="110000"/>
              </a:lnSpc>
              <a:spcBef>
                <a:spcPts val="0"/>
              </a:spcBef>
              <a:spcAft>
                <a:spcPts val="0"/>
              </a:spcAft>
              <a:buClrTx/>
              <a:buSzTx/>
              <a:buFontTx/>
              <a:buNone/>
              <a:defRPr/>
            </a:pPr>
            <a:r>
              <a:rPr lang="zh-CN" altLang="en-US" dirty="0"/>
              <a:t>单击此处编辑结束语</a:t>
            </a:r>
            <a:endParaRPr lang="zh-CN" altLang="en-US" dirty="0"/>
          </a:p>
        </p:txBody>
      </p:sp>
      <p:sp>
        <p:nvSpPr>
          <p:cNvPr id="148" name="副标题 2"/>
          <p:cNvSpPr>
            <a:spLocks noGrp="1"/>
          </p:cNvSpPr>
          <p:nvPr userDrawn="1">
            <p:ph type="subTitle" idx="1" hasCustomPrompt="1"/>
          </p:nvPr>
        </p:nvSpPr>
        <p:spPr>
          <a:xfrm>
            <a:off x="3105150" y="5630308"/>
            <a:ext cx="5981700" cy="360071"/>
          </a:xfrm>
        </p:spPr>
        <p:txBody>
          <a:bodyPr>
            <a:normAutofit/>
          </a:bodyPr>
          <a:lstStyle>
            <a:lvl1pPr marL="0" indent="0" algn="ctr">
              <a:buNone/>
              <a:defRPr lang="zh-CN" altLang="en-US" sz="1800" kern="1200" dirty="0">
                <a:solidFill>
                  <a:prstClr val="black">
                    <a:lumMod val="75000"/>
                    <a:lumOff val="25000"/>
                  </a:prstClr>
                </a:solidFill>
                <a:latin typeface="Arial" panose="020B0604020202090204"/>
                <a:ea typeface="微软雅黑" charset="-122"/>
                <a:cs typeface="+mn-ea"/>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单击此处编辑作者信息</a:t>
            </a:r>
            <a:endParaRPr lang="zh-CN" altLang="en-US" dirty="0"/>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pic>
        <p:nvPicPr>
          <p:cNvPr id="2" name="图片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pic>
        <p:nvPicPr>
          <p:cNvPr id="2" name="图片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0421" y="6274678"/>
            <a:ext cx="2030279" cy="417600"/>
          </a:xfrm>
          <a:prstGeom prst="rect">
            <a:avLst/>
          </a:prstGeom>
        </p:spPr>
      </p:pic>
      <p:sp>
        <p:nvSpPr>
          <p:cNvPr id="4" name="内容占位符 2"/>
          <p:cNvSpPr>
            <a:spLocks noGrp="1"/>
          </p:cNvSpPr>
          <p:nvPr>
            <p:ph idx="1"/>
          </p:nvPr>
        </p:nvSpPr>
        <p:spPr>
          <a:xfrm>
            <a:off x="838200" y="1105357"/>
            <a:ext cx="10515600" cy="5039090"/>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图片占位3">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sp>
        <p:nvSpPr>
          <p:cNvPr id="3" name="文本占位符 2"/>
          <p:cNvSpPr>
            <a:spLocks noGrp="1"/>
          </p:cNvSpPr>
          <p:nvPr>
            <p:ph type="body" sz="quarter" idx="10" hasCustomPrompt="1"/>
          </p:nvPr>
        </p:nvSpPr>
        <p:spPr>
          <a:xfrm>
            <a:off x="442913" y="1195560"/>
            <a:ext cx="9056687" cy="381629"/>
          </a:xfrm>
        </p:spPr>
        <p:txBody>
          <a:bodyPr vert="horz" lIns="91440" tIns="45720" rIns="91440" bIns="45720" rtlCol="0" anchor="ctr">
            <a:normAutofit/>
          </a:bodyPr>
          <a:lstStyle>
            <a:lvl1pPr>
              <a:defRPr lang="zh-CN" altLang="en-US" sz="2000" b="1" dirty="0" smtClean="0">
                <a:solidFill>
                  <a:schemeClr val="tx1">
                    <a:lumMod val="75000"/>
                    <a:lumOff val="25000"/>
                  </a:schemeClr>
                </a:solidFill>
                <a:cs typeface="+mn-ea"/>
              </a:defRPr>
            </a:lvl1pPr>
          </a:lstStyle>
          <a:p>
            <a:pPr marL="342900" marR="0" lvl="0" indent="-342900" fontAlgn="auto">
              <a:spcBef>
                <a:spcPct val="0"/>
              </a:spcBef>
              <a:spcAft>
                <a:spcPts val="0"/>
              </a:spcAft>
              <a:buClrTx/>
              <a:buSzTx/>
            </a:pPr>
            <a:r>
              <a:rPr lang="zh-CN" altLang="en-US" dirty="0"/>
              <a:t>单击此处输入本页的结论单击此处输入本页的结论单击此处输入本页的结论</a:t>
            </a:r>
            <a:endParaRPr lang="zh-CN" altLang="en-US" dirty="0"/>
          </a:p>
        </p:txBody>
      </p:sp>
      <p:sp>
        <p:nvSpPr>
          <p:cNvPr id="66" name="图片占位符 65"/>
          <p:cNvSpPr>
            <a:spLocks noGrp="1"/>
          </p:cNvSpPr>
          <p:nvPr>
            <p:ph type="pic" sz="quarter" idx="11" hasCustomPrompt="1"/>
          </p:nvPr>
        </p:nvSpPr>
        <p:spPr>
          <a:xfrm>
            <a:off x="4452445" y="1999139"/>
            <a:ext cx="3287111" cy="3287111"/>
          </a:xfrm>
          <a:custGeom>
            <a:avLst/>
            <a:gdLst>
              <a:gd name="connsiteX0" fmla="*/ 1643556 w 3287111"/>
              <a:gd name="connsiteY0" fmla="*/ 0 h 3287111"/>
              <a:gd name="connsiteX1" fmla="*/ 3278627 w 3287111"/>
              <a:gd name="connsiteY1" fmla="*/ 1475512 h 3287111"/>
              <a:gd name="connsiteX2" fmla="*/ 3287111 w 3287111"/>
              <a:gd name="connsiteY2" fmla="*/ 1643536 h 3287111"/>
              <a:gd name="connsiteX3" fmla="*/ 3287111 w 3287111"/>
              <a:gd name="connsiteY3" fmla="*/ 1643576 h 3287111"/>
              <a:gd name="connsiteX4" fmla="*/ 3278627 w 3287111"/>
              <a:gd name="connsiteY4" fmla="*/ 1811600 h 3287111"/>
              <a:gd name="connsiteX5" fmla="*/ 1811600 w 3287111"/>
              <a:gd name="connsiteY5" fmla="*/ 3278627 h 3287111"/>
              <a:gd name="connsiteX6" fmla="*/ 1643576 w 3287111"/>
              <a:gd name="connsiteY6" fmla="*/ 3287111 h 3287111"/>
              <a:gd name="connsiteX7" fmla="*/ 1643537 w 3287111"/>
              <a:gd name="connsiteY7" fmla="*/ 3287111 h 3287111"/>
              <a:gd name="connsiteX8" fmla="*/ 1475512 w 3287111"/>
              <a:gd name="connsiteY8" fmla="*/ 3278627 h 3287111"/>
              <a:gd name="connsiteX9" fmla="*/ 0 w 3287111"/>
              <a:gd name="connsiteY9" fmla="*/ 1643556 h 3287111"/>
              <a:gd name="connsiteX10" fmla="*/ 1643556 w 3287111"/>
              <a:gd name="connsiteY10" fmla="*/ 0 h 3287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287111" h="3287111">
                <a:moveTo>
                  <a:pt x="1643556" y="0"/>
                </a:moveTo>
                <a:cubicBezTo>
                  <a:pt x="2494535" y="0"/>
                  <a:pt x="3194460" y="646739"/>
                  <a:pt x="3278627" y="1475512"/>
                </a:cubicBezTo>
                <a:lnTo>
                  <a:pt x="3287111" y="1643536"/>
                </a:lnTo>
                <a:lnTo>
                  <a:pt x="3287111" y="1643576"/>
                </a:lnTo>
                <a:lnTo>
                  <a:pt x="3278627" y="1811600"/>
                </a:lnTo>
                <a:cubicBezTo>
                  <a:pt x="3200071" y="2585122"/>
                  <a:pt x="2585122" y="3200071"/>
                  <a:pt x="1811600" y="3278627"/>
                </a:cubicBezTo>
                <a:lnTo>
                  <a:pt x="1643576" y="3287111"/>
                </a:lnTo>
                <a:lnTo>
                  <a:pt x="1643537" y="3287111"/>
                </a:lnTo>
                <a:lnTo>
                  <a:pt x="1475512" y="3278627"/>
                </a:lnTo>
                <a:cubicBezTo>
                  <a:pt x="646739" y="3194460"/>
                  <a:pt x="0" y="2494535"/>
                  <a:pt x="0" y="1643556"/>
                </a:cubicBezTo>
                <a:cubicBezTo>
                  <a:pt x="0" y="735845"/>
                  <a:pt x="735845" y="0"/>
                  <a:pt x="1643556" y="0"/>
                </a:cubicBezTo>
                <a:close/>
              </a:path>
            </a:pathLst>
          </a:custGeom>
        </p:spPr>
        <p:txBody>
          <a:bodyPr wrap="square" anchor="ctr">
            <a:noAutofit/>
          </a:bodyPr>
          <a:lstStyle>
            <a:lvl1pPr algn="ctr">
              <a:defRPr/>
            </a:lvl1pPr>
          </a:lstStyle>
          <a:p>
            <a:r>
              <a:rPr lang="zh-CN" altLang="en-US" dirty="0"/>
              <a:t>点击此处修改图片</a:t>
            </a:r>
            <a:endParaRPr lang="zh-CN" altLang="en-US" dirty="0"/>
          </a:p>
        </p:txBody>
      </p:sp>
      <p:pic>
        <p:nvPicPr>
          <p:cNvPr id="2" name="图片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图片占位4">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2" name="图片占位符 1"/>
          <p:cNvSpPr>
            <a:spLocks noGrp="1"/>
          </p:cNvSpPr>
          <p:nvPr>
            <p:ph type="pic" idx="10" hasCustomPrompt="1"/>
          </p:nvPr>
        </p:nvSpPr>
        <p:spPr>
          <a:xfrm>
            <a:off x="1054101" y="1916642"/>
            <a:ext cx="4542217" cy="3568065"/>
          </a:xfrm>
          <a:ln>
            <a:noFill/>
          </a:ln>
          <a:effectLst>
            <a:outerShdw blurRad="190500" algn="tl" rotWithShape="0">
              <a:srgbClr val="000000">
                <a:alpha val="70000"/>
              </a:srgbClr>
            </a:outerShdw>
          </a:effectLst>
        </p:spPr>
        <p:txBody>
          <a:bodyPr anchor="ctr">
            <a:normAutofit/>
          </a:bodyPr>
          <a:lstStyle>
            <a:lvl1pPr marL="228600" indent="-228600" algn="ctr" defTabSz="914400" rtl="0" eaLnBrk="1" latinLnBrk="0" hangingPunct="1">
              <a:lnSpc>
                <a:spcPct val="90000"/>
              </a:lnSpc>
              <a:spcBef>
                <a:spcPts val="1000"/>
              </a:spcBef>
              <a:buFont typeface="Arial" panose="020B0604020202090204" pitchFamily="34" charset="0"/>
              <a:buChar char="•"/>
              <a:defRPr lang="zh-CN" altLang="en-US" sz="2800" kern="1200" dirty="0">
                <a:solidFill>
                  <a:schemeClr val="tx1"/>
                </a:solidFill>
                <a:latin typeface="+mn-ea"/>
                <a:ea typeface="+mn-ea"/>
                <a:cs typeface="+mn-cs"/>
              </a:defRPr>
            </a:lvl1pPr>
          </a:lstStyle>
          <a:p>
            <a:r>
              <a:rPr lang="zh-CN" altLang="en-US" dirty="0"/>
              <a:t>单击此处修改图片</a:t>
            </a:r>
            <a:endParaRPr lang="zh-CN" altLang="en-US" dirty="0"/>
          </a:p>
        </p:txBody>
      </p:sp>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图片占位5">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2" name="图片占位符 1"/>
          <p:cNvSpPr>
            <a:spLocks noGrp="1"/>
          </p:cNvSpPr>
          <p:nvPr>
            <p:ph type="pic" idx="10" hasCustomPrompt="1"/>
          </p:nvPr>
        </p:nvSpPr>
        <p:spPr>
          <a:xfrm>
            <a:off x="977935" y="1396022"/>
            <a:ext cx="1960330" cy="1957820"/>
          </a:xfr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
        <p:nvSpPr>
          <p:cNvPr id="3" name="图片占位符 2"/>
          <p:cNvSpPr>
            <a:spLocks noGrp="1"/>
          </p:cNvSpPr>
          <p:nvPr>
            <p:ph type="pic" sz="quarter" idx="11" hasCustomPrompt="1"/>
          </p:nvPr>
        </p:nvSpPr>
        <p:spPr>
          <a:xfrm>
            <a:off x="3741006" y="1396022"/>
            <a:ext cx="1951941" cy="1957820"/>
          </a:xfrm>
          <a:prstGeom prst="rect">
            <a:avLst/>
          </a:prstGeo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
        <p:nvSpPr>
          <p:cNvPr id="4" name="图片占位符 3"/>
          <p:cNvSpPr>
            <a:spLocks noGrp="1"/>
          </p:cNvSpPr>
          <p:nvPr>
            <p:ph type="pic" sz="quarter" idx="12" hasCustomPrompt="1"/>
          </p:nvPr>
        </p:nvSpPr>
        <p:spPr>
          <a:xfrm>
            <a:off x="6495686" y="1396022"/>
            <a:ext cx="1957818" cy="1957818"/>
          </a:xfrm>
          <a:prstGeom prst="rect">
            <a:avLst/>
          </a:prstGeo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
        <p:nvSpPr>
          <p:cNvPr id="5" name="图片占位符 4"/>
          <p:cNvSpPr>
            <a:spLocks noGrp="1"/>
          </p:cNvSpPr>
          <p:nvPr>
            <p:ph type="pic" sz="quarter" idx="13" hasCustomPrompt="1"/>
          </p:nvPr>
        </p:nvSpPr>
        <p:spPr>
          <a:xfrm>
            <a:off x="9256243" y="1396022"/>
            <a:ext cx="1957820" cy="1957820"/>
          </a:xfrm>
          <a:prstGeom prst="rect">
            <a:avLst/>
          </a:prstGeo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图片占位6">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sp>
        <p:nvSpPr>
          <p:cNvPr id="3" name="文本占位符 2"/>
          <p:cNvSpPr>
            <a:spLocks noGrp="1"/>
          </p:cNvSpPr>
          <p:nvPr>
            <p:ph type="body" sz="quarter" idx="10" hasCustomPrompt="1"/>
          </p:nvPr>
        </p:nvSpPr>
        <p:spPr>
          <a:xfrm>
            <a:off x="442913" y="944610"/>
            <a:ext cx="9056687" cy="381629"/>
          </a:xfrm>
        </p:spPr>
        <p:txBody>
          <a:bodyPr vert="horz" lIns="91440" tIns="45720" rIns="91440" bIns="45720" rtlCol="0" anchor="ctr">
            <a:normAutofit/>
          </a:bodyPr>
          <a:lstStyle>
            <a:lvl1pPr>
              <a:defRPr lang="zh-CN" altLang="en-US" sz="2000" b="1" dirty="0" smtClean="0">
                <a:solidFill>
                  <a:schemeClr val="tx1">
                    <a:lumMod val="75000"/>
                    <a:lumOff val="25000"/>
                  </a:schemeClr>
                </a:solidFill>
                <a:cs typeface="+mn-ea"/>
              </a:defRPr>
            </a:lvl1pPr>
          </a:lstStyle>
          <a:p>
            <a:pPr marL="342900" marR="0" lvl="0" indent="-342900" fontAlgn="auto">
              <a:spcBef>
                <a:spcPct val="0"/>
              </a:spcBef>
              <a:spcAft>
                <a:spcPts val="0"/>
              </a:spcAft>
              <a:buClrTx/>
              <a:buSzTx/>
            </a:pPr>
            <a:r>
              <a:rPr lang="zh-CN" altLang="en-US" dirty="0"/>
              <a:t>单击此处输入本页的结论单击此处输入本页的结论单击此处输入本页的结论</a:t>
            </a:r>
            <a:endParaRPr lang="zh-CN" altLang="en-US" dirty="0"/>
          </a:p>
        </p:txBody>
      </p:sp>
      <p:sp>
        <p:nvSpPr>
          <p:cNvPr id="2" name="图片占位符 1"/>
          <p:cNvSpPr>
            <a:spLocks noGrp="1"/>
          </p:cNvSpPr>
          <p:nvPr>
            <p:ph type="pic" sz="quarter" idx="11" hasCustomPrompt="1"/>
          </p:nvPr>
        </p:nvSpPr>
        <p:spPr>
          <a:xfrm>
            <a:off x="6291124" y="1821181"/>
            <a:ext cx="3733535" cy="3733535"/>
          </a:xfrm>
          <a:prstGeom prst="rect">
            <a:avLst/>
          </a:prstGeom>
        </p:spPr>
        <p:txBody>
          <a:bodyPr vert="horz" lIns="91440" tIns="45720" rIns="91440" bIns="45720" rtlCol="0" anchor="ctr">
            <a:normAutofit/>
          </a:bodyPr>
          <a:lstStyle>
            <a:lvl1pPr>
              <a:defRPr lang="zh-CN" altLang="en-US"/>
            </a:lvl1pPr>
          </a:lstStyle>
          <a:p>
            <a:pPr lvl="0" algn="ctr"/>
            <a:r>
              <a:rPr lang="zh-CN" altLang="en-US" dirty="0"/>
              <a:t>单击此处修改图片</a:t>
            </a:r>
            <a:endParaRPr lang="zh-CN" altLang="en-US" dirty="0"/>
          </a:p>
        </p:txBody>
      </p:sp>
      <p:pic>
        <p:nvPicPr>
          <p:cNvPr id="4" name="图片 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图片占位7">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2" name="图片占位符 1"/>
          <p:cNvSpPr>
            <a:spLocks noGrp="1"/>
          </p:cNvSpPr>
          <p:nvPr>
            <p:ph type="pic" idx="10"/>
          </p:nvPr>
        </p:nvSpPr>
        <p:spPr>
          <a:xfrm>
            <a:off x="2546350" y="1186670"/>
            <a:ext cx="6170930" cy="2242330"/>
          </a:xfrm>
        </p:spPr>
        <p:txBody>
          <a:bodyPr/>
          <a:lstStyle/>
          <a:p>
            <a:endParaRPr lang="zh-CN" altLang="en-US"/>
          </a:p>
        </p:txBody>
      </p:sp>
      <p:sp>
        <p:nvSpPr>
          <p:cNvPr id="3" name="图片占位符 2"/>
          <p:cNvSpPr>
            <a:spLocks noGrp="1"/>
          </p:cNvSpPr>
          <p:nvPr>
            <p:ph type="pic" sz="quarter" idx="11"/>
          </p:nvPr>
        </p:nvSpPr>
        <p:spPr>
          <a:xfrm>
            <a:off x="2546350" y="3551651"/>
            <a:ext cx="3022600" cy="2401016"/>
          </a:xfrm>
          <a:prstGeom prst="rect">
            <a:avLst/>
          </a:prstGeom>
        </p:spPr>
        <p:txBody>
          <a:bodyPr/>
          <a:lstStyle/>
          <a:p>
            <a:endParaRPr lang="zh-CN" altLang="en-US"/>
          </a:p>
        </p:txBody>
      </p:sp>
      <p:sp>
        <p:nvSpPr>
          <p:cNvPr id="4" name="图片占位符 3"/>
          <p:cNvSpPr>
            <a:spLocks noGrp="1"/>
          </p:cNvSpPr>
          <p:nvPr>
            <p:ph type="pic" sz="quarter" idx="12"/>
          </p:nvPr>
        </p:nvSpPr>
        <p:spPr>
          <a:xfrm>
            <a:off x="5693412" y="3550560"/>
            <a:ext cx="3023869" cy="2403201"/>
          </a:xfrm>
          <a:prstGeom prst="rect">
            <a:avLst/>
          </a:prstGeom>
        </p:spPr>
        <p:txBody>
          <a:bodyPr/>
          <a:lstStyle/>
          <a:p>
            <a:endParaRPr lang="zh-CN" altLang="en-US"/>
          </a:p>
        </p:txBody>
      </p:sp>
      <p:sp>
        <p:nvSpPr>
          <p:cNvPr id="5" name="图片占位符 4"/>
          <p:cNvSpPr>
            <a:spLocks noGrp="1"/>
          </p:cNvSpPr>
          <p:nvPr>
            <p:ph type="pic" sz="quarter" idx="13"/>
          </p:nvPr>
        </p:nvSpPr>
        <p:spPr>
          <a:xfrm>
            <a:off x="8839200" y="1186670"/>
            <a:ext cx="2499360" cy="4767090"/>
          </a:xfrm>
          <a:prstGeom prst="rect">
            <a:avLst/>
          </a:prstGeom>
        </p:spPr>
        <p:txBody>
          <a:bodyPr/>
          <a:lstStyle/>
          <a:p>
            <a:endParaRPr lang="zh-CN" altLang="en-US"/>
          </a:p>
        </p:txBody>
      </p:sp>
      <p:pic>
        <p:nvPicPr>
          <p:cNvPr id="6" name="图片 5"/>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图片占位8">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2" name="图片占位符 1"/>
          <p:cNvSpPr>
            <a:spLocks noGrp="1"/>
          </p:cNvSpPr>
          <p:nvPr>
            <p:ph type="pic" idx="10"/>
          </p:nvPr>
        </p:nvSpPr>
        <p:spPr>
          <a:xfrm>
            <a:off x="5627650" y="1131849"/>
            <a:ext cx="2386361" cy="5157440"/>
          </a:xfrm>
          <a:prstGeom prst="roundRect">
            <a:avLst>
              <a:gd name="adj" fmla="val 10149"/>
            </a:avLst>
          </a:prstGeom>
        </p:spPr>
        <p:txBody>
          <a:bodyPr anchor="ctr"/>
          <a:lstStyle/>
          <a:p>
            <a:endParaRPr lang="zh-CN" altLang="en-US"/>
          </a:p>
        </p:txBody>
      </p:sp>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
  <p:cSld name="Two Content">
    <p:spTree>
      <p:nvGrpSpPr>
        <p:cNvPr id="1" name=""/>
        <p:cNvGrpSpPr/>
        <p:nvPr/>
      </p:nvGrpSpPr>
      <p:grpSpPr>
        <a:xfrm>
          <a:off x="0" y="0"/>
          <a:ext cx="0" cy="0"/>
          <a:chOff x="0" y="0"/>
          <a:chExt cx="0" cy="0"/>
        </a:xfrm>
      </p:grpSpPr>
      <p:sp>
        <p:nvSpPr>
          <p:cNvPr id="2" name="标题 1"/>
          <p:cNvSpPr>
            <a:spLocks noGrp="1"/>
          </p:cNvSpPr>
          <p:nvPr>
            <p:ph type="title"/>
          </p:nvPr>
        </p:nvSpPr>
        <p:spPr>
          <a:xfrm>
            <a:off x="838200" y="365125"/>
            <a:ext cx="10515600" cy="1325563"/>
          </a:xfrm>
          <a:prstGeom prst="rect">
            <a:avLst/>
          </a:prstGeom>
        </p:spPr>
        <p:txBody>
          <a:bodyPr/>
          <a:lstStyle/>
          <a:p>
            <a:r>
              <a:rPr lang="zh-CN" altLang="en-US"/>
              <a:t>单击此处编辑母版标题样式</a:t>
            </a:r>
            <a:endParaRPr lang="zh-CN" altLang="en-US"/>
          </a:p>
        </p:txBody>
      </p:sp>
      <p:sp>
        <p:nvSpPr>
          <p:cNvPr id="3" name="内容占位符 2"/>
          <p:cNvSpPr>
            <a:spLocks noGrp="1"/>
          </p:cNvSpPr>
          <p:nvPr>
            <p:ph idx="1"/>
          </p:nvPr>
        </p:nvSpPr>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日期占位符 3"/>
          <p:cNvSpPr>
            <a:spLocks noGrp="1"/>
          </p:cNvSpPr>
          <p:nvPr>
            <p:ph type="dt" sz="half" idx="10"/>
          </p:nvPr>
        </p:nvSpPr>
        <p:spPr/>
        <p:txBody>
          <a:bodyPr/>
          <a:lstStyle/>
          <a:p>
            <a:fld id="{594A9DF5-8618-4241-9691-06C510EE1564}"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44E4388-2A30-4688-9588-124A9367CB1C}" type="slidenum">
              <a:rPr lang="zh-CN" altLang="en-US" smtClean="0"/>
            </a:fld>
            <a:endParaRPr lang="zh-CN" altLang="en-US"/>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pic>
        <p:nvPicPr>
          <p:cNvPr id="2" name="图片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0421" y="6274678"/>
            <a:ext cx="2030279" cy="417600"/>
          </a:xfrm>
          <a:prstGeom prst="rect">
            <a:avLst/>
          </a:prstGeom>
        </p:spPr>
      </p:pic>
      <p:sp>
        <p:nvSpPr>
          <p:cNvPr id="4" name="内容占位符 2"/>
          <p:cNvSpPr>
            <a:spLocks noGrp="1"/>
          </p:cNvSpPr>
          <p:nvPr>
            <p:ph idx="1"/>
          </p:nvPr>
        </p:nvSpPr>
        <p:spPr>
          <a:xfrm>
            <a:off x="841248" y="3108960"/>
            <a:ext cx="10515600" cy="3017520"/>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102" name="Content Placeholder 2"/>
          <p:cNvSpPr>
            <a:spLocks noGrp="1"/>
          </p:cNvSpPr>
          <p:nvPr>
            <p:ph type="body" idx="2"/>
          </p:nvPr>
        </p:nvSpPr>
        <p:spPr>
          <a:xfrm>
            <a:off x="841248" y="1106424"/>
            <a:ext cx="10515600" cy="1828800"/>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pic>
        <p:nvPicPr>
          <p:cNvPr id="2" name="图片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0421" y="6274678"/>
            <a:ext cx="2030279" cy="417600"/>
          </a:xfrm>
          <a:prstGeom prst="rect">
            <a:avLst/>
          </a:prstGeom>
        </p:spPr>
      </p:pic>
      <p:sp>
        <p:nvSpPr>
          <p:cNvPr id="4" name="内容占位符 2"/>
          <p:cNvSpPr>
            <a:spLocks noGrp="1"/>
          </p:cNvSpPr>
          <p:nvPr>
            <p:ph idx="1"/>
          </p:nvPr>
        </p:nvSpPr>
        <p:spPr>
          <a:xfrm>
            <a:off x="841248" y="1106424"/>
            <a:ext cx="5029200" cy="2743200"/>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102" name="Content Placeholder 2"/>
          <p:cNvSpPr>
            <a:spLocks noGrp="1"/>
          </p:cNvSpPr>
          <p:nvPr>
            <p:ph idx="2"/>
          </p:nvPr>
        </p:nvSpPr>
        <p:spPr>
          <a:xfrm>
            <a:off x="6217920" y="1106424"/>
            <a:ext cx="5029200" cy="2743200"/>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103" name="Content Placeholder 3"/>
          <p:cNvSpPr>
            <a:spLocks noGrp="1"/>
          </p:cNvSpPr>
          <p:nvPr>
            <p:ph type="body" idx="3"/>
          </p:nvPr>
        </p:nvSpPr>
        <p:spPr>
          <a:xfrm>
            <a:off x="841248" y="4023360"/>
            <a:ext cx="5029200" cy="2103120"/>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104" name="Content Placeholder 4"/>
          <p:cNvSpPr>
            <a:spLocks noGrp="1"/>
          </p:cNvSpPr>
          <p:nvPr>
            <p:ph idx="14"/>
          </p:nvPr>
        </p:nvSpPr>
        <p:spPr>
          <a:xfrm>
            <a:off x="838200" y="1105357"/>
            <a:ext cx="10515600" cy="5039090"/>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slideLayout" Target="../slideLayouts/slideLayout27.xml"/><Relationship Id="rId13" Type="http://schemas.openxmlformats.org/officeDocument/2006/relationships/slideLayout" Target="../slideLayouts/slideLayout28.xml"/><Relationship Id="rId14" Type="http://schemas.openxmlformats.org/officeDocument/2006/relationships/slideLayout" Target="../slideLayouts/slideLayout29.xml"/><Relationship Id="rId15" Type="http://schemas.openxmlformats.org/officeDocument/2006/relationships/slideLayout" Target="../slideLayouts/slideLayout30.xml"/><Relationship Id="rId16" Type="http://schemas.openxmlformats.org/officeDocument/2006/relationships/slideLayout" Target="../slideLayouts/slideLayout31.xml"/><Relationship Id="rId17" Type="http://schemas.openxmlformats.org/officeDocument/2006/relationships/slideLayout" Target="../slideLayouts/slideLayout32.xml"/><Relationship Id="rId18" Type="http://schemas.openxmlformats.org/officeDocument/2006/relationships/slideLayout" Target="../slideLayouts/slideLayout33.xml"/><Relationship Id="rId19"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dirty="0"/>
              <a:t>单击此处编辑母版标题样式</a:t>
            </a:r>
            <a:endParaRPr lang="zh-CN" altLang="en-US" dirty="0"/>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dirty="0"/>
              <a:t>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Lst>
  <p:hf hdr="0" ftr="0" dt="0"/>
  <p:txStyles>
    <p:titleStyle>
      <a:lvl1pPr algn="l" defTabSz="914400" rtl="0" eaLnBrk="1" latinLnBrk="0" hangingPunct="1">
        <a:lnSpc>
          <a:spcPct val="90000"/>
        </a:lnSpc>
        <a:spcBef>
          <a:spcPct val="0"/>
        </a:spcBef>
        <a:buNone/>
        <a:defRPr sz="4400" kern="1200">
          <a:solidFill>
            <a:schemeClr val="tx1"/>
          </a:solidFill>
          <a:latin typeface="+mn-ea"/>
          <a:ea typeface="+mn-ea"/>
          <a:cs typeface="+mj-cs"/>
        </a:defRPr>
      </a:lvl1pPr>
    </p:titleStyle>
    <p:bodyStyle>
      <a:lvl1pPr marL="228600" indent="-228600" algn="l" defTabSz="914400" rtl="0" eaLnBrk="1" latinLnBrk="0" hangingPunct="1">
        <a:lnSpc>
          <a:spcPct val="90000"/>
        </a:lnSpc>
        <a:spcBef>
          <a:spcPts val="1000"/>
        </a:spcBef>
        <a:buFont typeface="Arial" panose="020B0604020202090204" pitchFamily="34" charset="0"/>
        <a:buChar char="•"/>
        <a:defRPr sz="2800" kern="1200">
          <a:solidFill>
            <a:schemeClr val="tx1"/>
          </a:solidFill>
          <a:latin typeface="+mn-ea"/>
          <a:ea typeface="+mn-ea"/>
          <a:cs typeface="+mn-cs"/>
        </a:defRPr>
      </a:lvl1pPr>
      <a:lvl2pPr marL="685800" indent="-228600" algn="l" defTabSz="914400" rtl="0" eaLnBrk="1" latinLnBrk="0" hangingPunct="1">
        <a:lnSpc>
          <a:spcPct val="90000"/>
        </a:lnSpc>
        <a:spcBef>
          <a:spcPts val="500"/>
        </a:spcBef>
        <a:buFont typeface="Arial" panose="020B0604020202090204" pitchFamily="34" charset="0"/>
        <a:buChar char="•"/>
        <a:defRPr sz="2400" kern="1200">
          <a:solidFill>
            <a:schemeClr val="tx1"/>
          </a:solidFill>
          <a:latin typeface="+mn-ea"/>
          <a:ea typeface="+mn-ea"/>
          <a:cs typeface="+mn-cs"/>
        </a:defRPr>
      </a:lvl2pPr>
      <a:lvl3pPr marL="1143000" indent="-228600" algn="l" defTabSz="914400" rtl="0" eaLnBrk="1" latinLnBrk="0" hangingPunct="1">
        <a:lnSpc>
          <a:spcPct val="90000"/>
        </a:lnSpc>
        <a:spcBef>
          <a:spcPts val="500"/>
        </a:spcBef>
        <a:buFont typeface="Arial" panose="020B0604020202090204" pitchFamily="34" charset="0"/>
        <a:buChar char="•"/>
        <a:defRPr sz="2000" kern="1200">
          <a:solidFill>
            <a:schemeClr val="tx1"/>
          </a:solidFill>
          <a:latin typeface="+mn-ea"/>
          <a:ea typeface="+mn-ea"/>
          <a:cs typeface="+mn-cs"/>
        </a:defRPr>
      </a:lvl3pPr>
      <a:lvl4pPr marL="1600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ea"/>
          <a:ea typeface="+mn-ea"/>
          <a:cs typeface="+mn-cs"/>
        </a:defRPr>
      </a:lvl4pPr>
      <a:lvl5pPr marL="20574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ea"/>
          <a:ea typeface="+mn-ea"/>
          <a:cs typeface="+mn-cs"/>
        </a:defRPr>
      </a:lvl5pPr>
      <a:lvl6pPr marL="25146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dirty="0"/>
              <a:t>单击此处编辑母版标题样式</a:t>
            </a:r>
            <a:endParaRPr lang="zh-CN" altLang="en-US" dirty="0"/>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dirty="0"/>
              <a:t>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Tree>
  </p:cSld>
  <p:clrMap bg1="lt1" tx1="dk1" bg2="lt2" tx2="dk2" accent1="accent1" accent2="accent2" accent3="accent3" accent4="accent4" accent5="accent5" accent6="accent6" hlink="hlink" folHlink="folHlink"/>
  <p:sldLayoutIdLst>
    <p:sldLayoutId id="2147483665" r:id="rId1"/>
    <p:sldLayoutId id="2147483666" r:id="rId2"/>
    <p:sldLayoutId id="2147483667" r:id="rId3"/>
    <p:sldLayoutId id="2147483668" r:id="rId4"/>
    <p:sldLayoutId id="2147483669" r:id="rId5"/>
    <p:sldLayoutId id="2147483670" r:id="rId6"/>
    <p:sldLayoutId id="2147483671" r:id="rId7"/>
    <p:sldLayoutId id="2147483672" r:id="rId8"/>
    <p:sldLayoutId id="2147483673" r:id="rId9"/>
    <p:sldLayoutId id="2147483674" r:id="rId10"/>
    <p:sldLayoutId id="2147483675" r:id="rId11"/>
    <p:sldLayoutId id="2147483676" r:id="rId12"/>
    <p:sldLayoutId id="2147483677" r:id="rId13"/>
    <p:sldLayoutId id="2147483678" r:id="rId14"/>
    <p:sldLayoutId id="2147483679" r:id="rId15"/>
    <p:sldLayoutId id="2147483680" r:id="rId16"/>
    <p:sldLayoutId id="2147483681" r:id="rId17"/>
    <p:sldLayoutId id="2147483682" r:id="rId18"/>
  </p:sldLayoutIdLst>
  <p:hf hdr="0" ftr="0" dt="0"/>
  <p:txStyles>
    <p:titleStyle>
      <a:lvl1pPr algn="l" defTabSz="914400" rtl="0" eaLnBrk="1" latinLnBrk="0" hangingPunct="1">
        <a:lnSpc>
          <a:spcPct val="90000"/>
        </a:lnSpc>
        <a:spcBef>
          <a:spcPct val="0"/>
        </a:spcBef>
        <a:buNone/>
        <a:defRPr sz="4400" kern="1200">
          <a:solidFill>
            <a:schemeClr val="tx1"/>
          </a:solidFill>
          <a:latin typeface="+mn-ea"/>
          <a:ea typeface="+mn-ea"/>
          <a:cs typeface="+mj-cs"/>
        </a:defRPr>
      </a:lvl1pPr>
    </p:titleStyle>
    <p:bodyStyle>
      <a:lvl1pPr marL="228600" indent="-228600" algn="l" defTabSz="914400" rtl="0" eaLnBrk="1" latinLnBrk="0" hangingPunct="1">
        <a:lnSpc>
          <a:spcPct val="90000"/>
        </a:lnSpc>
        <a:spcBef>
          <a:spcPts val="1000"/>
        </a:spcBef>
        <a:buFont typeface="Arial" panose="020B0604020202090204" pitchFamily="34" charset="0"/>
        <a:buChar char="•"/>
        <a:defRPr sz="2800" kern="1200">
          <a:solidFill>
            <a:schemeClr val="tx1"/>
          </a:solidFill>
          <a:latin typeface="+mn-ea"/>
          <a:ea typeface="+mn-ea"/>
          <a:cs typeface="+mn-cs"/>
        </a:defRPr>
      </a:lvl1pPr>
      <a:lvl2pPr marL="685800" indent="-228600" algn="l" defTabSz="914400" rtl="0" eaLnBrk="1" latinLnBrk="0" hangingPunct="1">
        <a:lnSpc>
          <a:spcPct val="90000"/>
        </a:lnSpc>
        <a:spcBef>
          <a:spcPts val="500"/>
        </a:spcBef>
        <a:buFont typeface="Arial" panose="020B0604020202090204" pitchFamily="34" charset="0"/>
        <a:buChar char="•"/>
        <a:defRPr sz="2400" kern="1200">
          <a:solidFill>
            <a:schemeClr val="tx1"/>
          </a:solidFill>
          <a:latin typeface="+mn-ea"/>
          <a:ea typeface="+mn-ea"/>
          <a:cs typeface="+mn-cs"/>
        </a:defRPr>
      </a:lvl2pPr>
      <a:lvl3pPr marL="1143000" indent="-228600" algn="l" defTabSz="914400" rtl="0" eaLnBrk="1" latinLnBrk="0" hangingPunct="1">
        <a:lnSpc>
          <a:spcPct val="90000"/>
        </a:lnSpc>
        <a:spcBef>
          <a:spcPts val="500"/>
        </a:spcBef>
        <a:buFont typeface="Arial" panose="020B0604020202090204" pitchFamily="34" charset="0"/>
        <a:buChar char="•"/>
        <a:defRPr sz="2000" kern="1200">
          <a:solidFill>
            <a:schemeClr val="tx1"/>
          </a:solidFill>
          <a:latin typeface="+mn-ea"/>
          <a:ea typeface="+mn-ea"/>
          <a:cs typeface="+mn-cs"/>
        </a:defRPr>
      </a:lvl3pPr>
      <a:lvl4pPr marL="1600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ea"/>
          <a:ea typeface="+mn-ea"/>
          <a:cs typeface="+mn-cs"/>
        </a:defRPr>
      </a:lvl4pPr>
      <a:lvl5pPr marL="20574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ea"/>
          <a:ea typeface="+mn-ea"/>
          <a:cs typeface="+mn-cs"/>
        </a:defRPr>
      </a:lvl5pPr>
      <a:lvl6pPr marL="25146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theme/theme1.xml><?xml version="1.0" encoding="utf-8"?>
<a:theme xmlns:a="http://schemas.openxmlformats.org/drawingml/2006/main" name="自定义设计方案">
  <a:themeElements>
    <a:clrScheme name="自定义 2">
      <a:dk1>
        <a:srgbClr val="000000"/>
      </a:dk1>
      <a:lt1>
        <a:srgbClr val="FFFFFF"/>
      </a:lt1>
      <a:dk2>
        <a:srgbClr val="768395"/>
      </a:dk2>
      <a:lt2>
        <a:srgbClr val="F0F0F0"/>
      </a:lt2>
      <a:accent1>
        <a:srgbClr val="9A0001"/>
      </a:accent1>
      <a:accent2>
        <a:srgbClr val="CEAB6E"/>
      </a:accent2>
      <a:accent3>
        <a:srgbClr val="063771"/>
      </a:accent3>
      <a:accent4>
        <a:srgbClr val="F3F4F8"/>
      </a:accent4>
      <a:accent5>
        <a:srgbClr val="64646C"/>
      </a:accent5>
      <a:accent6>
        <a:srgbClr val="FFFFFF"/>
      </a:accent6>
      <a:hlink>
        <a:srgbClr val="0070C0"/>
      </a:hlink>
      <a:folHlink>
        <a:srgbClr val="BFBFBF"/>
      </a:folHlink>
    </a:clrScheme>
    <a:fontScheme name="自定义 1">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ctr">
          <a:defRPr sz="2000" dirty="0" smtClean="0">
            <a:latin typeface="Arial" panose="020B0604020202090204" pitchFamily="34" charset="0"/>
            <a:ea typeface="微软雅黑" charset="-122"/>
            <a:cs typeface="+mn-ea"/>
            <a:sym typeface="Arial" panose="020B0604020202090204" pitchFamily="34" charset="0"/>
          </a:defRPr>
        </a:defPPr>
      </a:lstStyle>
    </a:tx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自定义设计方案">
  <a:themeElements>
    <a:clrScheme name="自定义 2">
      <a:dk1>
        <a:srgbClr val="000000"/>
      </a:dk1>
      <a:lt1>
        <a:srgbClr val="FFFFFF"/>
      </a:lt1>
      <a:dk2>
        <a:srgbClr val="768395"/>
      </a:dk2>
      <a:lt2>
        <a:srgbClr val="F0F0F0"/>
      </a:lt2>
      <a:accent1>
        <a:srgbClr val="9A0001"/>
      </a:accent1>
      <a:accent2>
        <a:srgbClr val="CEAB6E"/>
      </a:accent2>
      <a:accent3>
        <a:srgbClr val="063771"/>
      </a:accent3>
      <a:accent4>
        <a:srgbClr val="F3F4F8"/>
      </a:accent4>
      <a:accent5>
        <a:srgbClr val="64646C"/>
      </a:accent5>
      <a:accent6>
        <a:srgbClr val="FFFFFF"/>
      </a:accent6>
      <a:hlink>
        <a:srgbClr val="0070C0"/>
      </a:hlink>
      <a:folHlink>
        <a:srgbClr val="BFBFBF"/>
      </a:folHlink>
    </a:clrScheme>
    <a:fontScheme name="自定义 1">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ctr">
          <a:defRPr sz="2000" dirty="0" smtClean="0">
            <a:latin typeface="Arial" panose="020B0604020202090204" pitchFamily="34" charset="0"/>
            <a:ea typeface="微软雅黑" charset="-122"/>
            <a:cs typeface="+mn-ea"/>
            <a:sym typeface="Arial" panose="020B0604020202090204" pitchFamily="34" charset="0"/>
          </a:defRPr>
        </a:defPPr>
      </a:lstStyle>
    </a:txDef>
  </a:objectDefaul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WPS">
      <a:majorFont>
        <a:latin typeface="苹方-简"/>
        <a:ea typeface="苹方-简"/>
        <a:cs typeface=""/>
      </a:majorFont>
      <a:minorFont>
        <a:latin typeface="苹方-简"/>
        <a:ea typeface="苹方-简"/>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WPS">
      <a:majorFont>
        <a:latin typeface="苹方-简"/>
        <a:ea typeface="苹方-简"/>
        <a:cs typeface=""/>
      </a:majorFont>
      <a:minorFont>
        <a:latin typeface="苹方-简"/>
        <a:ea typeface="苹方-简"/>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1462</Words>
  <Application>WPS 演示</Application>
  <PresentationFormat>宽屏</PresentationFormat>
  <Paragraphs>127</Paragraphs>
  <Slides>8</Slides>
  <Notes>4</Notes>
  <HiddenSlides>0</HiddenSlides>
  <MMClips>0</MMClips>
  <ScaleCrop>false</ScaleCrop>
  <HeadingPairs>
    <vt:vector size="6" baseType="variant">
      <vt:variant>
        <vt:lpstr>已用的字体</vt:lpstr>
      </vt:variant>
      <vt:variant>
        <vt:i4>14</vt:i4>
      </vt:variant>
      <vt:variant>
        <vt:lpstr>主题</vt:lpstr>
      </vt:variant>
      <vt:variant>
        <vt:i4>2</vt:i4>
      </vt:variant>
      <vt:variant>
        <vt:lpstr>幻灯片标题</vt:lpstr>
      </vt:variant>
      <vt:variant>
        <vt:i4>8</vt:i4>
      </vt:variant>
    </vt:vector>
  </HeadingPairs>
  <TitlesOfParts>
    <vt:vector size="24" baseType="lpstr">
      <vt:lpstr>Arial</vt:lpstr>
      <vt:lpstr>宋体</vt:lpstr>
      <vt:lpstr>Wingdings</vt:lpstr>
      <vt:lpstr>Wingdings</vt:lpstr>
      <vt:lpstr>苹方-简</vt:lpstr>
      <vt:lpstr>微软雅黑</vt:lpstr>
      <vt:lpstr>汉仪旗黑</vt:lpstr>
      <vt:lpstr>宋体</vt:lpstr>
      <vt:lpstr>Arial Unicode MS</vt:lpstr>
      <vt:lpstr>汉仪书宋二KW</vt:lpstr>
      <vt:lpstr>Arial</vt:lpstr>
      <vt:lpstr>经典圆体简</vt:lpstr>
      <vt:lpstr>华文宋体</vt:lpstr>
      <vt:lpstr>微软雅黑</vt:lpstr>
      <vt:lpstr>自定义设计方案</vt:lpstr>
      <vt:lpstr>1_自定义设计方案</vt:lpstr>
      <vt:lpstr>近期系统安全工程化相关工作： SysArmor &amp; SysField</vt:lpstr>
      <vt:lpstr>我们要解决什么问题？</vt:lpstr>
      <vt:lpstr>解决方案的定位</vt:lpstr>
      <vt:lpstr>SysArmor — 新一代智能化终端入侵检测和溯源分析系统</vt:lpstr>
      <vt:lpstr>SysArmor — 进展及下一步计划</vt:lpstr>
      <vt:lpstr>SysField — 自动化的攻防仿真环境</vt:lpstr>
      <vt:lpstr>SysArmor — 进展及下一步计划</vt:lpstr>
      <vt:lpstr>SysField — 进展及下一步计划</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空白演示</dc:title>
  <dc:creator/>
  <cp:lastModifiedBy>金建栋</cp:lastModifiedBy>
  <cp:revision>190</cp:revision>
  <dcterms:created xsi:type="dcterms:W3CDTF">2026-04-03T03:22:50Z</dcterms:created>
  <dcterms:modified xsi:type="dcterms:W3CDTF">2026-04-03T03:22:50Z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2052-7.4.1.8983</vt:lpwstr>
  </property>
  <property fmtid="{D5CDD505-2E9C-101B-9397-08002B2CF9AE}" pid="3" name="ICV">
    <vt:lpwstr>D14C022FE1EB40769A2FCF69436DE99B_41</vt:lpwstr>
  </property>
</Properties>
</file>