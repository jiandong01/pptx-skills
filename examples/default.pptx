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3"/>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内容占位符 2"/>
          <p:cNvSpPr>
            <a:spLocks noGrp="1"/>
          </p:cNvSpPr>
          <p:nvPr>
            <p:ph idx="1"/>
          </p:nvPr>
        </p:nvSpPr>
        <p:spPr>
          <a:xfrm>
            <a:off x="8382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61960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2465501" y="2552244"/>
            <a:ext cx="5716686"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
        <p:nvSpPr>
          <p:cNvPr id="5" name="矩形 4"/>
          <p:cNvSpPr/>
          <p:nvPr userDrawn="1"/>
        </p:nvSpPr>
        <p:spPr>
          <a:xfrm>
            <a:off x="875308" y="2536911"/>
            <a:ext cx="1503040" cy="707886"/>
          </a:xfrm>
          <a:prstGeom prst="rect">
            <a:avLst/>
          </a:prstGeom>
        </p:spPr>
        <p:txBody>
          <a:bodyPr wrap="none">
            <a:spAutoFit/>
          </a:bodyPr>
          <a:lstStyle/>
          <a:p>
            <a:r>
              <a:rPr kumimoji="0" lang="en-US" altLang="zh-CN" sz="4000" b="0" i="0" u="none" strike="noStrike" kern="1200" cap="none" spc="0" normalizeH="0" baseline="0" dirty="0">
                <a:ln>
                  <a:noFill/>
                </a:ln>
                <a:solidFill>
                  <a:prstClr val="white"/>
                </a:solidFill>
                <a:effectLst/>
                <a:uLnTx/>
                <a:uFillTx/>
                <a:latin typeface="Arial" panose="020B0604020202090204"/>
                <a:ea typeface="微软雅黑" charset="-122"/>
                <a:cs typeface="+mn-ea"/>
              </a:rPr>
              <a:t>PART</a:t>
            </a:r>
            <a:endParaRPr kumimoji="0" lang="zh-CN" altLang="en-US" sz="4000" b="0" i="0" u="none" strike="noStrike" kern="1200" cap="none" spc="0" normalizeH="0" baseline="0" dirty="0">
              <a:ln>
                <a:noFill/>
              </a:ln>
              <a:solidFill>
                <a:prstClr val="white"/>
              </a:solidFill>
              <a:effectLst/>
              <a:uLnTx/>
              <a:uFillTx/>
              <a:latin typeface="Arial" panose="020B0604020202090204"/>
              <a:ea typeface="微软雅黑" charset="-122"/>
              <a:cs typeface="+mn-ea"/>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3108960"/>
            <a:ext cx="10515600" cy="30175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type="body" idx="2"/>
          </p:nvPr>
        </p:nvSpPr>
        <p:spPr>
          <a:xfrm>
            <a:off x="841248" y="1106424"/>
            <a:ext cx="10515600" cy="18288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idx="2"/>
          </p:nvPr>
        </p:nvSpPr>
        <p:spPr>
          <a:xfrm>
            <a:off x="6217920"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3" name="Content Placeholder 3"/>
          <p:cNvSpPr>
            <a:spLocks noGrp="1"/>
          </p:cNvSpPr>
          <p:nvPr>
            <p:ph type="body" idx="3"/>
          </p:nvPr>
        </p:nvSpPr>
        <p:spPr>
          <a:xfrm>
            <a:off x="841248" y="4023360"/>
            <a:ext cx="5029200" cy="21031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4" name="Content Placeholder 4"/>
          <p:cNvSpPr>
            <a:spLocks noGrp="1"/>
          </p:cNvSpPr>
          <p:nvPr>
            <p:ph idx="14"/>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slideLayout" Target="../slideLayouts/slideLayout31.xml"/><Relationship Id="rId17" Type="http://schemas.openxmlformats.org/officeDocument/2006/relationships/slideLayout" Target="../slideLayouts/slideLayout32.xml"/><Relationship Id="rId18" Type="http://schemas.openxmlformats.org/officeDocument/2006/relationships/slideLayout" Target="../slideLayouts/slideLayout33.xml"/><Relationship Id="rId1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