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3.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handoutMasterIdLst>
    <p:handoutMasterId r:id="rId13"/>
  </p:handoutMasterIdLst>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95"/>
        <p:guide pos="384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882213" y="2552244"/>
            <a:ext cx="7299929"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内容占位符 2"/>
          <p:cNvSpPr>
            <a:spLocks noGrp="1"/>
          </p:cNvSpPr>
          <p:nvPr>
            <p:ph idx="1"/>
          </p:nvPr>
        </p:nvSpPr>
        <p:spPr>
          <a:xfrm>
            <a:off x="8382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99" name="内容占位符 2"/>
          <p:cNvSpPr>
            <a:spLocks noGrp="1"/>
          </p:cNvSpPr>
          <p:nvPr>
            <p:ph idx="2"/>
          </p:nvPr>
        </p:nvSpPr>
        <p:spPr>
          <a:xfrm>
            <a:off x="61960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theme/theme1.xml><?xml version="1.0" encoding="utf-8"?>
<a:theme xmlns:a="http://schemas.openxmlformats.org/drawingml/2006/main" name="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1462</Words>
  <Application>WPS 演示</Application>
  <PresentationFormat>宽屏</PresentationFormat>
  <Paragraphs>127</Paragraphs>
  <Slides>8</Slides>
  <Notes>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8</vt:i4>
      </vt:variant>
    </vt:vector>
  </HeadingPairs>
  <TitlesOfParts>
    <vt:vector size="24" baseType="lpstr">
      <vt:lpstr>Arial</vt:lpstr>
      <vt:lpstr>宋体</vt:lpstr>
      <vt:lpstr>Wingdings</vt:lpstr>
      <vt:lpstr>Wingdings</vt:lpstr>
      <vt:lpstr>苹方-简</vt:lpstr>
      <vt:lpstr>微软雅黑</vt:lpstr>
      <vt:lpstr>汉仪旗黑</vt:lpstr>
      <vt:lpstr>宋体</vt:lpstr>
      <vt:lpstr>Arial Unicode MS</vt:lpstr>
      <vt:lpstr>汉仪书宋二KW</vt:lpstr>
      <vt:lpstr>Arial</vt:lpstr>
      <vt:lpstr>经典圆体简</vt:lpstr>
      <vt:lpstr>华文宋体</vt:lpstr>
      <vt:lpstr>微软雅黑</vt:lpstr>
      <vt:lpstr>自定义设计方案</vt:lpstr>
      <vt:lpstr>1_自定义设计方案</vt:lpstr>
      <vt:lpstr>近期系统安全工程化相关工作： SysArmor &amp; SysField</vt:lpstr>
      <vt:lpstr>我们要解决什么问题？</vt:lpstr>
      <vt:lpstr>解决方案的定位</vt:lpstr>
      <vt:lpstr>SysArmor — 新一代智能化终端入侵检测和溯源分析系统</vt:lpstr>
      <vt:lpstr>SysArmor — 进展及下一步计划</vt:lpstr>
      <vt:lpstr>SysField — 自动化的攻防仿真环境</vt:lpstr>
      <vt:lpstr>SysArmor — 进展及下一步计划</vt:lpstr>
      <vt:lpstr>SysField — 进展及下一步计划</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金建栋</cp:lastModifiedBy>
  <cp:revision>190</cp:revision>
  <dcterms:created xsi:type="dcterms:W3CDTF">2026-04-03T03:22:50Z</dcterms:created>
  <dcterms:modified xsi:type="dcterms:W3CDTF">2026-04-03T03:22:50Z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2052-7.4.1.8983</vt:lpwstr>
  </property>
  <property fmtid="{D5CDD505-2E9C-101B-9397-08002B2CF9AE}" pid="3" name="ICV">
    <vt:lpwstr>D14C022FE1EB40769A2FCF69436DE99B_41</vt:lpwstr>
  </property>
</Properties>
</file>