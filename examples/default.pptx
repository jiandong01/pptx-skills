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3.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4" r:id="rId3"/>
  </p:sldMasterIdLst>
  <p:notesMasterIdLst>
    <p:notesMasterId r:id="rId12"/>
  </p:notesMasterIdLst>
  <p:handoutMasterIdLst>
    <p:handoutMasterId r:id="rId13"/>
  </p:handoutMasterIdLst>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5" userDrawn="1">
          <p15:clr>
            <a:srgbClr val="A4A3A4"/>
          </p15:clr>
        </p15:guide>
        <p15:guide id="2" pos="384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95"/>
        <p:guide pos="3842"/>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882213" y="2552244"/>
            <a:ext cx="7299929"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内容占位符 2"/>
          <p:cNvSpPr>
            <a:spLocks noGrp="1"/>
          </p:cNvSpPr>
          <p:nvPr>
            <p:ph idx="1"/>
          </p:nvPr>
        </p:nvSpPr>
        <p:spPr>
          <a:xfrm>
            <a:off x="8382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99" name="内容占位符 2"/>
          <p:cNvSpPr>
            <a:spLocks noGrp="1"/>
          </p:cNvSpPr>
          <p:nvPr>
            <p:ph idx="2"/>
          </p:nvPr>
        </p:nvSpPr>
        <p:spPr>
          <a:xfrm>
            <a:off x="61960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2465501" y="2552244"/>
            <a:ext cx="5716686"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
        <p:nvSpPr>
          <p:cNvPr id="5" name="矩形 4"/>
          <p:cNvSpPr/>
          <p:nvPr userDrawn="1"/>
        </p:nvSpPr>
        <p:spPr>
          <a:xfrm>
            <a:off x="875308" y="2536911"/>
            <a:ext cx="1503040" cy="707886"/>
          </a:xfrm>
          <a:prstGeom prst="rect">
            <a:avLst/>
          </a:prstGeom>
        </p:spPr>
        <p:txBody>
          <a:bodyPr wrap="none">
            <a:spAutoFit/>
          </a:bodyPr>
          <a:lstStyle/>
          <a:p>
            <a:r>
              <a:rPr kumimoji="0" lang="en-US" altLang="zh-CN" sz="4000" b="0" i="0" u="none" strike="noStrike" kern="1200" cap="none" spc="0" normalizeH="0" baseline="0" dirty="0">
                <a:ln>
                  <a:noFill/>
                </a:ln>
                <a:solidFill>
                  <a:prstClr val="white"/>
                </a:solidFill>
                <a:effectLst/>
                <a:uLnTx/>
                <a:uFillTx/>
                <a:latin typeface="Arial" panose="020B0604020202090204"/>
                <a:ea typeface="微软雅黑" charset="-122"/>
                <a:cs typeface="+mn-ea"/>
              </a:rPr>
              <a:t>PART</a:t>
            </a:r>
            <a:endParaRPr kumimoji="0" lang="zh-CN" altLang="en-US" sz="4000" b="0" i="0" u="none" strike="noStrike" kern="1200" cap="none" spc="0" normalizeH="0" baseline="0" dirty="0">
              <a:ln>
                <a:noFill/>
              </a:ln>
              <a:solidFill>
                <a:prstClr val="white"/>
              </a:solidFill>
              <a:effectLst/>
              <a:uLnTx/>
              <a:uFillTx/>
              <a:latin typeface="Arial" panose="020B0604020202090204"/>
              <a:ea typeface="微软雅黑" charset="-122"/>
              <a:cs typeface="+mn-ea"/>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594A9DF5-8618-4241-9691-06C510EE156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44E4388-2A30-4688-9588-124A9367CB1C}" type="slidenum">
              <a:rPr lang="zh-CN" altLang="en-US" smtClean="0"/>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41248" y="3108960"/>
            <a:ext cx="10515600" cy="301752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2" name="Content Placeholder 2"/>
          <p:cNvSpPr>
            <a:spLocks noGrp="1"/>
          </p:cNvSpPr>
          <p:nvPr>
            <p:ph type="body" idx="2"/>
          </p:nvPr>
        </p:nvSpPr>
        <p:spPr>
          <a:xfrm>
            <a:off x="841248" y="1106424"/>
            <a:ext cx="10515600" cy="18288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41248" y="1106424"/>
            <a:ext cx="5029200" cy="27432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2" name="Content Placeholder 2"/>
          <p:cNvSpPr>
            <a:spLocks noGrp="1"/>
          </p:cNvSpPr>
          <p:nvPr>
            <p:ph idx="2"/>
          </p:nvPr>
        </p:nvSpPr>
        <p:spPr>
          <a:xfrm>
            <a:off x="6217920" y="1106424"/>
            <a:ext cx="5029200" cy="27432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3" name="Content Placeholder 3"/>
          <p:cNvSpPr>
            <a:spLocks noGrp="1"/>
          </p:cNvSpPr>
          <p:nvPr>
            <p:ph type="body" idx="3"/>
          </p:nvPr>
        </p:nvSpPr>
        <p:spPr>
          <a:xfrm>
            <a:off x="841248" y="4023360"/>
            <a:ext cx="5029200" cy="210312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4" name="Content Placeholder 4"/>
          <p:cNvSpPr>
            <a:spLocks noGrp="1"/>
          </p:cNvSpPr>
          <p:nvPr>
            <p:ph idx="14"/>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slideLayout" Target="../slideLayouts/slideLayout31.xml"/><Relationship Id="rId17" Type="http://schemas.openxmlformats.org/officeDocument/2006/relationships/slideLayout" Target="../slideLayouts/slideLayout32.xml"/><Relationship Id="rId18" Type="http://schemas.openxmlformats.org/officeDocument/2006/relationships/slideLayout" Target="../slideLayouts/slideLayout33.xml"/><Relationship Id="rId1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theme/theme1.xml><?xml version="1.0" encoding="utf-8"?>
<a:theme xmlns:a="http://schemas.openxmlformats.org/drawingml/2006/main" name="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1462</Words>
  <Application>WPS 演示</Application>
  <PresentationFormat>宽屏</PresentationFormat>
  <Paragraphs>127</Paragraphs>
  <Slides>8</Slides>
  <Notes>4</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8</vt:i4>
      </vt:variant>
    </vt:vector>
  </HeadingPairs>
  <TitlesOfParts>
    <vt:vector size="24" baseType="lpstr">
      <vt:lpstr>Arial</vt:lpstr>
      <vt:lpstr>宋体</vt:lpstr>
      <vt:lpstr>Wingdings</vt:lpstr>
      <vt:lpstr>Wingdings</vt:lpstr>
      <vt:lpstr>苹方-简</vt:lpstr>
      <vt:lpstr>微软雅黑</vt:lpstr>
      <vt:lpstr>汉仪旗黑</vt:lpstr>
      <vt:lpstr>宋体</vt:lpstr>
      <vt:lpstr>Arial Unicode MS</vt:lpstr>
      <vt:lpstr>汉仪书宋二KW</vt:lpstr>
      <vt:lpstr>Arial</vt:lpstr>
      <vt:lpstr>经典圆体简</vt:lpstr>
      <vt:lpstr>华文宋体</vt:lpstr>
      <vt:lpstr>微软雅黑</vt:lpstr>
      <vt:lpstr>自定义设计方案</vt:lpstr>
      <vt:lpstr>1_自定义设计方案</vt:lpstr>
      <vt:lpstr>近期系统安全工程化相关工作： SysArmor &amp; SysField</vt:lpstr>
      <vt:lpstr>我们要解决什么问题？</vt:lpstr>
      <vt:lpstr>解决方案的定位</vt:lpstr>
      <vt:lpstr>SysArmor — 新一代智能化终端入侵检测和溯源分析系统</vt:lpstr>
      <vt:lpstr>SysArmor — 进展及下一步计划</vt:lpstr>
      <vt:lpstr>SysField — 自动化的攻防仿真环境</vt:lpstr>
      <vt:lpstr>SysArmor — 进展及下一步计划</vt:lpstr>
      <vt:lpstr>SysField — 进展及下一步计划</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金建栋</cp:lastModifiedBy>
  <cp:revision>190</cp:revision>
  <dcterms:created xsi:type="dcterms:W3CDTF">2026-04-03T03:22:50Z</dcterms:created>
  <dcterms:modified xsi:type="dcterms:W3CDTF">2026-04-03T03:22:50Z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2052-7.4.1.8983</vt:lpwstr>
  </property>
  <property fmtid="{D5CDD505-2E9C-101B-9397-08002B2CF9AE}" pid="3" name="ICV">
    <vt:lpwstr>D14C022FE1EB40769A2FCF69436DE99B_41</vt:lpwstr>
  </property>
</Properties>
</file>