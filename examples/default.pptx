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showMasterSp="0">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showMasterSp="0">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showMasterSp="0">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showMasterSp="0">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showMasterSp="0">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showMasterSp="0">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07" name="灯片编号占位符 307"/>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4" name="内容占位符 2"/>
          <p:cNvSpPr>
            <a:spLocks noGrp="1"/>
          </p:cNvSpPr>
          <p:nvPr>
            <p:ph idx="1"/>
          </p:nvPr>
        </p:nvSpPr>
        <p:spPr>
          <a:xfrm>
            <a:off x="442913" y="1105357"/>
            <a:ext cx="10910887" cy="5288996"/>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308" name="灯片编号占位符 30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sp>
        <p:nvSpPr>
          <p:cNvPr id="309" name="灯片编号占位符 309"/>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
        <p:nvSpPr>
          <p:cNvPr id="310" name="灯片编号占位符 310"/>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11" name="灯片编号占位符 311"/>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
        <p:nvSpPr>
          <p:cNvPr id="312" name="灯片编号占位符 312"/>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
        <p:nvSpPr>
          <p:cNvPr id="313" name="灯片编号占位符 313"/>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
        <p:nvSpPr>
          <p:cNvPr id="314" name="灯片编号占位符 314"/>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内容占位符 2"/>
          <p:cNvSpPr>
            <a:spLocks noGrp="1"/>
          </p:cNvSpPr>
          <p:nvPr>
            <p:ph idx="1"/>
          </p:nvPr>
        </p:nvSpPr>
        <p:spPr>
          <a:xfrm>
            <a:off x="442913" y="1105357"/>
            <a:ext cx="5355443" cy="5288996"/>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5998356" y="1105357"/>
            <a:ext cx="5355443" cy="5288996"/>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315" name="灯片编号占位符 315"/>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grpSp>
        <p:nvGrpSpPr>
          <p:cNvPr id="255" name="组合 176"/>
          <p:cNvGrpSpPr/>
          <p:nvPr userDrawn="1"/>
        </p:nvGrpSpPr>
        <p:grpSpPr>
          <a:xfrm>
            <a:off x="528706" y="867990"/>
            <a:ext cx="2433027" cy="0"/>
            <a:chOff x="7460343" y="1311756"/>
            <a:chExt cx="2433027" cy="0"/>
          </a:xfrm>
        </p:grpSpPr>
        <p:cxnSp>
          <p:nvCxnSpPr>
            <p:cNvPr id="256"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57"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258" name="图片 1"/>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9659503" y="6274678"/>
            <a:ext cx="2030279" cy="417600"/>
          </a:xfrm>
          <a:prstGeom prst="rect">
            <a:avLst/>
          </a:prstGeom>
        </p:spPr>
      </p:pic>
      <p:grpSp>
        <p:nvGrpSpPr>
          <p:cNvPr id="200" name="组合 120"/>
          <p:cNvGrpSpPr/>
          <p:nvPr userDrawn="1"/>
        </p:nvGrpSpPr>
        <p:grpSpPr>
          <a:xfrm>
            <a:off x="10177780" y="329882"/>
            <a:ext cx="1512002" cy="444892"/>
            <a:chOff x="9556201" y="498129"/>
            <a:chExt cx="1993881" cy="586680"/>
          </a:xfrm>
        </p:grpSpPr>
        <p:grpSp>
          <p:nvGrpSpPr>
            <p:cNvPr id="201" name="组合 121"/>
            <p:cNvGrpSpPr/>
            <p:nvPr userDrawn="1"/>
          </p:nvGrpSpPr>
          <p:grpSpPr>
            <a:xfrm>
              <a:off x="10239376" y="968937"/>
              <a:ext cx="1307697" cy="96254"/>
              <a:chOff x="4616246" y="3878362"/>
              <a:chExt cx="5571416" cy="410087"/>
            </a:xfrm>
            <a:solidFill>
              <a:schemeClr val="tx1">
                <a:alpha val="80000"/>
              </a:schemeClr>
            </a:solidFill>
          </p:grpSpPr>
          <p:sp>
            <p:nvSpPr>
              <p:cNvPr id="202"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3"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4"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5"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6"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7"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8"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218" name="组合 122"/>
            <p:cNvGrpSpPr/>
            <p:nvPr userDrawn="1"/>
          </p:nvGrpSpPr>
          <p:grpSpPr>
            <a:xfrm>
              <a:off x="10237120" y="539555"/>
              <a:ext cx="1312962" cy="375239"/>
              <a:chOff x="4606634" y="2048989"/>
              <a:chExt cx="5593843" cy="1598699"/>
            </a:xfrm>
            <a:solidFill>
              <a:schemeClr val="accent1">
                <a:alpha val="80000"/>
              </a:schemeClr>
            </a:solidFill>
          </p:grpSpPr>
          <p:sp>
            <p:nvSpPr>
              <p:cNvPr id="21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3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231" name="组合 123"/>
            <p:cNvGrpSpPr/>
            <p:nvPr userDrawn="1"/>
          </p:nvGrpSpPr>
          <p:grpSpPr>
            <a:xfrm>
              <a:off x="9556201" y="498129"/>
              <a:ext cx="588050" cy="586680"/>
              <a:chOff x="2105799" y="20055838"/>
              <a:chExt cx="6748090" cy="6732363"/>
            </a:xfrm>
            <a:solidFill>
              <a:schemeClr val="accent1">
                <a:alpha val="80000"/>
              </a:schemeClr>
            </a:solidFill>
          </p:grpSpPr>
          <p:sp>
            <p:nvSpPr>
              <p:cNvPr id="23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250" name="灯片编号占位符"/>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sldNum="1"/>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4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